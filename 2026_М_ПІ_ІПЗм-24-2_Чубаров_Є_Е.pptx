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81" r:id="rId9"/>
    <p:sldId id="282" r:id="rId10"/>
    <p:sldId id="283" r:id="rId11"/>
    <p:sldId id="284" r:id="rId12"/>
    <p:sldId id="285" r:id="rId13"/>
    <p:sldId id="268" r:id="rId14"/>
    <p:sldId id="287" r:id="rId15"/>
    <p:sldId id="286" r:id="rId16"/>
    <p:sldId id="288" r:id="rId17"/>
    <p:sldId id="262" r:id="rId18"/>
    <p:sldId id="289" r:id="rId19"/>
    <p:sldId id="290" r:id="rId20"/>
    <p:sldId id="291" r:id="rId21"/>
    <p:sldId id="263" r:id="rId22"/>
  </p:sldIdLst>
  <p:sldSz cx="9144000" cy="5143500" type="screen16x9"/>
  <p:notesSz cx="6858000" cy="9144000"/>
  <p:embeddedFontLst>
    <p:embeddedFont>
      <p:font typeface="Economica" panose="020B0604020202020204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A4492B-8A02-4F06-BDC5-C35B7D99DB4D}" type="doc">
      <dgm:prSet loTypeId="urn:microsoft.com/office/officeart/2005/8/layout/default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ru-UA"/>
        </a:p>
      </dgm:t>
    </dgm:pt>
    <dgm:pt modelId="{5B58154A-FE1C-4ADB-BF1E-CB8240F8A416}">
      <dgm:prSet phldrT="[Текст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uk-UA" noProof="0" dirty="0"/>
            <a:t>Великі обсяги логів та висока швидкість їх генерації</a:t>
          </a:r>
          <a:endParaRPr lang="ru-UA" dirty="0"/>
        </a:p>
      </dgm:t>
    </dgm:pt>
    <dgm:pt modelId="{9F032F16-8547-4681-BED0-362CDFE2B0E3}" type="parTrans" cxnId="{C8D5CCC1-3637-45E1-9F23-946FA047EC5E}">
      <dgm:prSet/>
      <dgm:spPr/>
      <dgm:t>
        <a:bodyPr/>
        <a:lstStyle/>
        <a:p>
          <a:endParaRPr lang="ru-UA"/>
        </a:p>
      </dgm:t>
    </dgm:pt>
    <dgm:pt modelId="{D9AEA1A8-E74F-4708-9BE3-F9F3FFAA2070}" type="sibTrans" cxnId="{C8D5CCC1-3637-45E1-9F23-946FA047EC5E}">
      <dgm:prSet/>
      <dgm:spPr/>
      <dgm:t>
        <a:bodyPr/>
        <a:lstStyle/>
        <a:p>
          <a:endParaRPr lang="ru-UA"/>
        </a:p>
      </dgm:t>
    </dgm:pt>
    <dgm:pt modelId="{144F80E4-1C50-4FFC-A182-6EDCCB436425}">
      <dgm:prSet phldrT="[Текст]"/>
      <dgm:spPr/>
      <dgm:t>
        <a:bodyPr/>
        <a:lstStyle/>
        <a:p>
          <a:r>
            <a:rPr lang="uk-UA" noProof="0" dirty="0"/>
            <a:t>Інформаційний шум: дублікати, артефакти </a:t>
          </a:r>
          <a:r>
            <a:rPr lang="uk-UA" noProof="0" dirty="0" err="1"/>
            <a:t>багатопоточної</a:t>
          </a:r>
          <a:r>
            <a:rPr lang="uk-UA" noProof="0" dirty="0"/>
            <a:t> роботи, тощо.</a:t>
          </a:r>
          <a:endParaRPr lang="ru-UA" dirty="0"/>
        </a:p>
      </dgm:t>
    </dgm:pt>
    <dgm:pt modelId="{A99CD9DC-8E4E-43E0-8DAE-43C11D715D4B}" type="parTrans" cxnId="{A8293CEE-8D5D-4CAE-B532-FCB1A9BD27D7}">
      <dgm:prSet/>
      <dgm:spPr/>
      <dgm:t>
        <a:bodyPr/>
        <a:lstStyle/>
        <a:p>
          <a:endParaRPr lang="ru-UA"/>
        </a:p>
      </dgm:t>
    </dgm:pt>
    <dgm:pt modelId="{DF09DBDB-483B-45EF-9C2C-DA45CA45F829}" type="sibTrans" cxnId="{A8293CEE-8D5D-4CAE-B532-FCB1A9BD27D7}">
      <dgm:prSet/>
      <dgm:spPr/>
      <dgm:t>
        <a:bodyPr/>
        <a:lstStyle/>
        <a:p>
          <a:endParaRPr lang="ru-UA"/>
        </a:p>
      </dgm:t>
    </dgm:pt>
    <dgm:pt modelId="{D1851807-2EFA-4F69-AA93-B3A0AFC9012C}">
      <dgm:prSet phldrT="[Текст]"/>
      <dgm:spPr/>
      <dgm:t>
        <a:bodyPr/>
        <a:lstStyle/>
        <a:p>
          <a:r>
            <a:rPr lang="uk-UA" noProof="0" dirty="0"/>
            <a:t>Зміна форматів логів в ході еволюції ПЗ і різнорідність джерел</a:t>
          </a:r>
          <a:endParaRPr lang="ru-UA" dirty="0"/>
        </a:p>
      </dgm:t>
    </dgm:pt>
    <dgm:pt modelId="{937C315B-4F2D-4E55-AE07-D2FFF9A33CC8}" type="parTrans" cxnId="{1D0216A8-93A6-45EA-AED3-43337B7F4FEA}">
      <dgm:prSet/>
      <dgm:spPr/>
      <dgm:t>
        <a:bodyPr/>
        <a:lstStyle/>
        <a:p>
          <a:endParaRPr lang="ru-UA"/>
        </a:p>
      </dgm:t>
    </dgm:pt>
    <dgm:pt modelId="{113339C6-BBB8-43BF-8DAF-749D2EB7F2A7}" type="sibTrans" cxnId="{1D0216A8-93A6-45EA-AED3-43337B7F4FEA}">
      <dgm:prSet/>
      <dgm:spPr/>
      <dgm:t>
        <a:bodyPr/>
        <a:lstStyle/>
        <a:p>
          <a:endParaRPr lang="ru-UA"/>
        </a:p>
      </dgm:t>
    </dgm:pt>
    <dgm:pt modelId="{E5B63A58-BB75-4BB7-AA40-14B1A8C851FB}">
      <dgm:prSet phldrT="[Текст]"/>
      <dgm:spPr/>
      <dgm:t>
        <a:bodyPr/>
        <a:lstStyle/>
        <a:p>
          <a:r>
            <a:rPr lang="uk-UA" noProof="0" dirty="0"/>
            <a:t>Різні типи аномалій: точкові, частотні, послідовні, семантичні</a:t>
          </a:r>
          <a:endParaRPr lang="ru-UA" dirty="0"/>
        </a:p>
      </dgm:t>
    </dgm:pt>
    <dgm:pt modelId="{FF515661-2F3D-4DD7-8450-AE040432BDF9}" type="parTrans" cxnId="{E4B700BB-B0D6-4F4A-9B63-D34176CF57AA}">
      <dgm:prSet/>
      <dgm:spPr/>
      <dgm:t>
        <a:bodyPr/>
        <a:lstStyle/>
        <a:p>
          <a:endParaRPr lang="ru-UA"/>
        </a:p>
      </dgm:t>
    </dgm:pt>
    <dgm:pt modelId="{8863E418-7339-40B7-93FC-2FAF8F0856D9}" type="sibTrans" cxnId="{E4B700BB-B0D6-4F4A-9B63-D34176CF57AA}">
      <dgm:prSet/>
      <dgm:spPr/>
      <dgm:t>
        <a:bodyPr/>
        <a:lstStyle/>
        <a:p>
          <a:endParaRPr lang="ru-UA"/>
        </a:p>
      </dgm:t>
    </dgm:pt>
    <dgm:pt modelId="{44061528-19BE-416C-AFEC-4199B8CA0E60}">
      <dgm:prSet phldrT="[Текст]"/>
      <dgm:spPr/>
      <dgm:t>
        <a:bodyPr/>
        <a:lstStyle/>
        <a:p>
          <a:r>
            <a:rPr lang="uk-UA" noProof="0" dirty="0"/>
            <a:t>Дефіцит розмічених даних, складність отримання аномалій для навчання</a:t>
          </a:r>
          <a:endParaRPr lang="ru-UA" dirty="0"/>
        </a:p>
      </dgm:t>
    </dgm:pt>
    <dgm:pt modelId="{1D87A9D4-65C5-4A20-88E4-5F1A8BBF5E4A}" type="parTrans" cxnId="{C43F3FAE-A93A-400A-B2EB-ABAECAE2F69E}">
      <dgm:prSet/>
      <dgm:spPr/>
      <dgm:t>
        <a:bodyPr/>
        <a:lstStyle/>
        <a:p>
          <a:endParaRPr lang="ru-UA"/>
        </a:p>
      </dgm:t>
    </dgm:pt>
    <dgm:pt modelId="{A0328AAB-1127-4717-A634-DF46C9F1CF4C}" type="sibTrans" cxnId="{C43F3FAE-A93A-400A-B2EB-ABAECAE2F69E}">
      <dgm:prSet/>
      <dgm:spPr/>
      <dgm:t>
        <a:bodyPr/>
        <a:lstStyle/>
        <a:p>
          <a:endParaRPr lang="ru-UA"/>
        </a:p>
      </dgm:t>
    </dgm:pt>
    <dgm:pt modelId="{5F2D0A34-FEB5-491F-87EF-277259156F5A}" type="pres">
      <dgm:prSet presAssocID="{F3A4492B-8A02-4F06-BDC5-C35B7D99DB4D}" presName="diagram" presStyleCnt="0">
        <dgm:presLayoutVars>
          <dgm:dir/>
          <dgm:resizeHandles val="exact"/>
        </dgm:presLayoutVars>
      </dgm:prSet>
      <dgm:spPr/>
    </dgm:pt>
    <dgm:pt modelId="{A811C479-7038-47E4-84C9-D91BF4BAE187}" type="pres">
      <dgm:prSet presAssocID="{5B58154A-FE1C-4ADB-BF1E-CB8240F8A416}" presName="node" presStyleLbl="node1" presStyleIdx="0" presStyleCnt="5">
        <dgm:presLayoutVars>
          <dgm:bulletEnabled val="1"/>
        </dgm:presLayoutVars>
      </dgm:prSet>
      <dgm:spPr/>
    </dgm:pt>
    <dgm:pt modelId="{469FC1AC-8CF5-457F-96F4-EC799721D3AF}" type="pres">
      <dgm:prSet presAssocID="{D9AEA1A8-E74F-4708-9BE3-F9F3FFAA2070}" presName="sibTrans" presStyleCnt="0"/>
      <dgm:spPr/>
    </dgm:pt>
    <dgm:pt modelId="{17E8F1C6-31EB-4AFF-B8A8-E7B98B772129}" type="pres">
      <dgm:prSet presAssocID="{144F80E4-1C50-4FFC-A182-6EDCCB436425}" presName="node" presStyleLbl="node1" presStyleIdx="1" presStyleCnt="5">
        <dgm:presLayoutVars>
          <dgm:bulletEnabled val="1"/>
        </dgm:presLayoutVars>
      </dgm:prSet>
      <dgm:spPr/>
    </dgm:pt>
    <dgm:pt modelId="{930F04D3-2A2C-4855-87B4-6AC78DC28A20}" type="pres">
      <dgm:prSet presAssocID="{DF09DBDB-483B-45EF-9C2C-DA45CA45F829}" presName="sibTrans" presStyleCnt="0"/>
      <dgm:spPr/>
    </dgm:pt>
    <dgm:pt modelId="{0E182341-C32F-4879-9874-0D49D448C620}" type="pres">
      <dgm:prSet presAssocID="{D1851807-2EFA-4F69-AA93-B3A0AFC9012C}" presName="node" presStyleLbl="node1" presStyleIdx="2" presStyleCnt="5">
        <dgm:presLayoutVars>
          <dgm:bulletEnabled val="1"/>
        </dgm:presLayoutVars>
      </dgm:prSet>
      <dgm:spPr/>
    </dgm:pt>
    <dgm:pt modelId="{5C1110DA-6EA5-425F-8123-D6C1692B0B52}" type="pres">
      <dgm:prSet presAssocID="{113339C6-BBB8-43BF-8DAF-749D2EB7F2A7}" presName="sibTrans" presStyleCnt="0"/>
      <dgm:spPr/>
    </dgm:pt>
    <dgm:pt modelId="{7FF116BB-699D-47CD-81CB-79B29B6C1C3F}" type="pres">
      <dgm:prSet presAssocID="{E5B63A58-BB75-4BB7-AA40-14B1A8C851FB}" presName="node" presStyleLbl="node1" presStyleIdx="3" presStyleCnt="5">
        <dgm:presLayoutVars>
          <dgm:bulletEnabled val="1"/>
        </dgm:presLayoutVars>
      </dgm:prSet>
      <dgm:spPr/>
    </dgm:pt>
    <dgm:pt modelId="{F174AAEB-F670-4F89-9EF9-D68D75E26A12}" type="pres">
      <dgm:prSet presAssocID="{8863E418-7339-40B7-93FC-2FAF8F0856D9}" presName="sibTrans" presStyleCnt="0"/>
      <dgm:spPr/>
    </dgm:pt>
    <dgm:pt modelId="{0848E388-0F01-4B64-9AAC-9604023C7E98}" type="pres">
      <dgm:prSet presAssocID="{44061528-19BE-416C-AFEC-4199B8CA0E60}" presName="node" presStyleLbl="node1" presStyleIdx="4" presStyleCnt="5">
        <dgm:presLayoutVars>
          <dgm:bulletEnabled val="1"/>
        </dgm:presLayoutVars>
      </dgm:prSet>
      <dgm:spPr/>
    </dgm:pt>
  </dgm:ptLst>
  <dgm:cxnLst>
    <dgm:cxn modelId="{22395E09-522F-4E5A-B4E8-89C570CF7B48}" type="presOf" srcId="{D1851807-2EFA-4F69-AA93-B3A0AFC9012C}" destId="{0E182341-C32F-4879-9874-0D49D448C620}" srcOrd="0" destOrd="0" presId="urn:microsoft.com/office/officeart/2005/8/layout/default"/>
    <dgm:cxn modelId="{669C491A-E465-4059-AD92-1F1170646AEE}" type="presOf" srcId="{5B58154A-FE1C-4ADB-BF1E-CB8240F8A416}" destId="{A811C479-7038-47E4-84C9-D91BF4BAE187}" srcOrd="0" destOrd="0" presId="urn:microsoft.com/office/officeart/2005/8/layout/default"/>
    <dgm:cxn modelId="{93F6518D-2269-4027-92D6-69C572F5551F}" type="presOf" srcId="{F3A4492B-8A02-4F06-BDC5-C35B7D99DB4D}" destId="{5F2D0A34-FEB5-491F-87EF-277259156F5A}" srcOrd="0" destOrd="0" presId="urn:microsoft.com/office/officeart/2005/8/layout/default"/>
    <dgm:cxn modelId="{29BAB69C-5675-41CE-8F14-7790BBAF11E9}" type="presOf" srcId="{144F80E4-1C50-4FFC-A182-6EDCCB436425}" destId="{17E8F1C6-31EB-4AFF-B8A8-E7B98B772129}" srcOrd="0" destOrd="0" presId="urn:microsoft.com/office/officeart/2005/8/layout/default"/>
    <dgm:cxn modelId="{1D0216A8-93A6-45EA-AED3-43337B7F4FEA}" srcId="{F3A4492B-8A02-4F06-BDC5-C35B7D99DB4D}" destId="{D1851807-2EFA-4F69-AA93-B3A0AFC9012C}" srcOrd="2" destOrd="0" parTransId="{937C315B-4F2D-4E55-AE07-D2FFF9A33CC8}" sibTransId="{113339C6-BBB8-43BF-8DAF-749D2EB7F2A7}"/>
    <dgm:cxn modelId="{C43F3FAE-A93A-400A-B2EB-ABAECAE2F69E}" srcId="{F3A4492B-8A02-4F06-BDC5-C35B7D99DB4D}" destId="{44061528-19BE-416C-AFEC-4199B8CA0E60}" srcOrd="4" destOrd="0" parTransId="{1D87A9D4-65C5-4A20-88E4-5F1A8BBF5E4A}" sibTransId="{A0328AAB-1127-4717-A634-DF46C9F1CF4C}"/>
    <dgm:cxn modelId="{E4B700BB-B0D6-4F4A-9B63-D34176CF57AA}" srcId="{F3A4492B-8A02-4F06-BDC5-C35B7D99DB4D}" destId="{E5B63A58-BB75-4BB7-AA40-14B1A8C851FB}" srcOrd="3" destOrd="0" parTransId="{FF515661-2F3D-4DD7-8450-AE040432BDF9}" sibTransId="{8863E418-7339-40B7-93FC-2FAF8F0856D9}"/>
    <dgm:cxn modelId="{26E707C1-FD1F-49ED-B1AC-B40E2DA2584F}" type="presOf" srcId="{E5B63A58-BB75-4BB7-AA40-14B1A8C851FB}" destId="{7FF116BB-699D-47CD-81CB-79B29B6C1C3F}" srcOrd="0" destOrd="0" presId="urn:microsoft.com/office/officeart/2005/8/layout/default"/>
    <dgm:cxn modelId="{C8D5CCC1-3637-45E1-9F23-946FA047EC5E}" srcId="{F3A4492B-8A02-4F06-BDC5-C35B7D99DB4D}" destId="{5B58154A-FE1C-4ADB-BF1E-CB8240F8A416}" srcOrd="0" destOrd="0" parTransId="{9F032F16-8547-4681-BED0-362CDFE2B0E3}" sibTransId="{D9AEA1A8-E74F-4708-9BE3-F9F3FFAA2070}"/>
    <dgm:cxn modelId="{EC1FE2E7-9B37-47D0-92EE-2766981A4214}" type="presOf" srcId="{44061528-19BE-416C-AFEC-4199B8CA0E60}" destId="{0848E388-0F01-4B64-9AAC-9604023C7E98}" srcOrd="0" destOrd="0" presId="urn:microsoft.com/office/officeart/2005/8/layout/default"/>
    <dgm:cxn modelId="{A8293CEE-8D5D-4CAE-B532-FCB1A9BD27D7}" srcId="{F3A4492B-8A02-4F06-BDC5-C35B7D99DB4D}" destId="{144F80E4-1C50-4FFC-A182-6EDCCB436425}" srcOrd="1" destOrd="0" parTransId="{A99CD9DC-8E4E-43E0-8DAE-43C11D715D4B}" sibTransId="{DF09DBDB-483B-45EF-9C2C-DA45CA45F829}"/>
    <dgm:cxn modelId="{6A7C2E48-5638-4310-A66F-B2AC9465788B}" type="presParOf" srcId="{5F2D0A34-FEB5-491F-87EF-277259156F5A}" destId="{A811C479-7038-47E4-84C9-D91BF4BAE187}" srcOrd="0" destOrd="0" presId="urn:microsoft.com/office/officeart/2005/8/layout/default"/>
    <dgm:cxn modelId="{B1491161-62DE-4F87-AEBD-AF8F225EF94E}" type="presParOf" srcId="{5F2D0A34-FEB5-491F-87EF-277259156F5A}" destId="{469FC1AC-8CF5-457F-96F4-EC799721D3AF}" srcOrd="1" destOrd="0" presId="urn:microsoft.com/office/officeart/2005/8/layout/default"/>
    <dgm:cxn modelId="{A84FC910-27AA-4864-9BE2-4ECF0BC48AA1}" type="presParOf" srcId="{5F2D0A34-FEB5-491F-87EF-277259156F5A}" destId="{17E8F1C6-31EB-4AFF-B8A8-E7B98B772129}" srcOrd="2" destOrd="0" presId="urn:microsoft.com/office/officeart/2005/8/layout/default"/>
    <dgm:cxn modelId="{0F49A10F-E827-4066-9166-3B712CD8092F}" type="presParOf" srcId="{5F2D0A34-FEB5-491F-87EF-277259156F5A}" destId="{930F04D3-2A2C-4855-87B4-6AC78DC28A20}" srcOrd="3" destOrd="0" presId="urn:microsoft.com/office/officeart/2005/8/layout/default"/>
    <dgm:cxn modelId="{21059D4C-1D2C-4612-9995-29D889D6CD48}" type="presParOf" srcId="{5F2D0A34-FEB5-491F-87EF-277259156F5A}" destId="{0E182341-C32F-4879-9874-0D49D448C620}" srcOrd="4" destOrd="0" presId="urn:microsoft.com/office/officeart/2005/8/layout/default"/>
    <dgm:cxn modelId="{22A6EAFE-6398-4B6D-995E-C4C7FE1D60A5}" type="presParOf" srcId="{5F2D0A34-FEB5-491F-87EF-277259156F5A}" destId="{5C1110DA-6EA5-425F-8123-D6C1692B0B52}" srcOrd="5" destOrd="0" presId="urn:microsoft.com/office/officeart/2005/8/layout/default"/>
    <dgm:cxn modelId="{8FF385B8-456D-42CB-9C8B-D754AF6A29C9}" type="presParOf" srcId="{5F2D0A34-FEB5-491F-87EF-277259156F5A}" destId="{7FF116BB-699D-47CD-81CB-79B29B6C1C3F}" srcOrd="6" destOrd="0" presId="urn:microsoft.com/office/officeart/2005/8/layout/default"/>
    <dgm:cxn modelId="{5937EDE2-D6AE-4581-8B33-BA9C7A6BA07B}" type="presParOf" srcId="{5F2D0A34-FEB5-491F-87EF-277259156F5A}" destId="{F174AAEB-F670-4F89-9EF9-D68D75E26A12}" srcOrd="7" destOrd="0" presId="urn:microsoft.com/office/officeart/2005/8/layout/default"/>
    <dgm:cxn modelId="{A9F3BA3B-F066-4860-8660-17AD6964B06D}" type="presParOf" srcId="{5F2D0A34-FEB5-491F-87EF-277259156F5A}" destId="{0848E388-0F01-4B64-9AAC-9604023C7E9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B65073-1482-473F-A999-3F9D51D5FDE7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ru-UA"/>
        </a:p>
      </dgm:t>
    </dgm:pt>
    <dgm:pt modelId="{F05F232F-1F5A-44C3-AADB-B8511301B94F}">
      <dgm:prSet phldrT="[Текст]" phldr="0"/>
      <dgm:spPr/>
      <dgm:t>
        <a:bodyPr/>
        <a:lstStyle/>
        <a:p>
          <a:r>
            <a:rPr lang="uk-UA" noProof="0" dirty="0"/>
            <a:t>Зростання обсягів логів, публікація логів з різних джерел</a:t>
          </a:r>
        </a:p>
      </dgm:t>
    </dgm:pt>
    <dgm:pt modelId="{D7C5182C-CE0D-4CCE-A6E4-14A38F455227}" type="parTrans" cxnId="{94B51769-DDD1-40D5-9B66-13A5F86A1494}">
      <dgm:prSet/>
      <dgm:spPr/>
      <dgm:t>
        <a:bodyPr/>
        <a:lstStyle/>
        <a:p>
          <a:endParaRPr lang="ru-UA"/>
        </a:p>
      </dgm:t>
    </dgm:pt>
    <dgm:pt modelId="{DB873DE0-58D0-4823-B948-CF89E8DC22DF}" type="sibTrans" cxnId="{94B51769-DDD1-40D5-9B66-13A5F86A1494}">
      <dgm:prSet/>
      <dgm:spPr/>
      <dgm:t>
        <a:bodyPr/>
        <a:lstStyle/>
        <a:p>
          <a:endParaRPr lang="ru-UA"/>
        </a:p>
      </dgm:t>
    </dgm:pt>
    <dgm:pt modelId="{67142AAC-82BB-44AA-9418-D1225BA9C84F}">
      <dgm:prSet phldrT="[Текст]" phldr="0"/>
      <dgm:spPr/>
      <dgm:t>
        <a:bodyPr/>
        <a:lstStyle/>
        <a:p>
          <a:r>
            <a:rPr lang="uk-UA" noProof="0" dirty="0"/>
            <a:t>Зміни в підготовці даних. Перехід від шаблонізації до </a:t>
          </a:r>
          <a:r>
            <a:rPr lang="uk-UA" noProof="0" dirty="0" err="1"/>
            <a:t>токенізації</a:t>
          </a:r>
          <a:endParaRPr lang="uk-UA" noProof="0" dirty="0"/>
        </a:p>
      </dgm:t>
    </dgm:pt>
    <dgm:pt modelId="{784B99C8-83B2-43D5-86FB-B2F7626260C9}" type="parTrans" cxnId="{CDFC82B9-1D11-4657-84FF-901BEC421986}">
      <dgm:prSet/>
      <dgm:spPr/>
      <dgm:t>
        <a:bodyPr/>
        <a:lstStyle/>
        <a:p>
          <a:endParaRPr lang="ru-UA"/>
        </a:p>
      </dgm:t>
    </dgm:pt>
    <dgm:pt modelId="{CEB64A8F-D99D-4A89-B003-0B4AF086331C}" type="sibTrans" cxnId="{CDFC82B9-1D11-4657-84FF-901BEC421986}">
      <dgm:prSet/>
      <dgm:spPr/>
      <dgm:t>
        <a:bodyPr/>
        <a:lstStyle/>
        <a:p>
          <a:endParaRPr lang="ru-UA"/>
        </a:p>
      </dgm:t>
    </dgm:pt>
    <dgm:pt modelId="{43FC3BB2-7F18-46CC-AC63-9CC9F0BEE1E2}">
      <dgm:prSet phldrT="[Текст]" phldr="0"/>
      <dgm:spPr/>
      <dgm:t>
        <a:bodyPr/>
        <a:lstStyle/>
        <a:p>
          <a:r>
            <a:rPr lang="uk-UA" noProof="0" dirty="0"/>
            <a:t>Перехід від класичних ML-моделей до LSTM та </a:t>
          </a:r>
          <a:r>
            <a:rPr lang="uk-UA" noProof="0" dirty="0" err="1"/>
            <a:t>трансформерів</a:t>
          </a:r>
          <a:endParaRPr lang="uk-UA" noProof="0" dirty="0"/>
        </a:p>
      </dgm:t>
    </dgm:pt>
    <dgm:pt modelId="{B130EB9C-7C96-4A51-BAD3-BB167F627E6D}" type="parTrans" cxnId="{AAC4F7C6-33F3-4AF5-A72D-E483F9C043C9}">
      <dgm:prSet/>
      <dgm:spPr/>
      <dgm:t>
        <a:bodyPr/>
        <a:lstStyle/>
        <a:p>
          <a:endParaRPr lang="ru-UA"/>
        </a:p>
      </dgm:t>
    </dgm:pt>
    <dgm:pt modelId="{1D8AD28D-9398-4774-A8EC-E6121946CD62}" type="sibTrans" cxnId="{AAC4F7C6-33F3-4AF5-A72D-E483F9C043C9}">
      <dgm:prSet/>
      <dgm:spPr/>
      <dgm:t>
        <a:bodyPr/>
        <a:lstStyle/>
        <a:p>
          <a:endParaRPr lang="ru-UA"/>
        </a:p>
      </dgm:t>
    </dgm:pt>
    <dgm:pt modelId="{4E83541E-1771-45CA-B28F-29B5EFAC2C18}">
      <dgm:prSet phldrT="[Текст]" phldr="0"/>
      <dgm:spPr/>
      <dgm:t>
        <a:bodyPr/>
        <a:lstStyle/>
        <a:p>
          <a:r>
            <a:rPr lang="uk-UA" noProof="0" dirty="0"/>
            <a:t>Пошук компромісу між якістю, </a:t>
          </a:r>
          <a:r>
            <a:rPr lang="uk-UA" noProof="0" dirty="0" err="1"/>
            <a:t>ресурсоємністю</a:t>
          </a:r>
          <a:r>
            <a:rPr lang="uk-UA" noProof="0" dirty="0"/>
            <a:t> та </a:t>
          </a:r>
          <a:r>
            <a:rPr lang="uk-UA" noProof="0" dirty="0" err="1"/>
            <a:t>інтерпретованістю</a:t>
          </a:r>
          <a:endParaRPr lang="uk-UA" noProof="0" dirty="0"/>
        </a:p>
      </dgm:t>
    </dgm:pt>
    <dgm:pt modelId="{C5CED661-EA78-4151-ADEC-B63BA9ECA92F}" type="parTrans" cxnId="{7DEA68DC-5BAD-4C0E-9616-6A228284BD92}">
      <dgm:prSet/>
      <dgm:spPr/>
      <dgm:t>
        <a:bodyPr/>
        <a:lstStyle/>
        <a:p>
          <a:endParaRPr lang="ru-UA"/>
        </a:p>
      </dgm:t>
    </dgm:pt>
    <dgm:pt modelId="{1E86ABB4-CABF-4E5A-BBB7-583831E3683F}" type="sibTrans" cxnId="{7DEA68DC-5BAD-4C0E-9616-6A228284BD92}">
      <dgm:prSet/>
      <dgm:spPr/>
      <dgm:t>
        <a:bodyPr/>
        <a:lstStyle/>
        <a:p>
          <a:endParaRPr lang="ru-UA"/>
        </a:p>
      </dgm:t>
    </dgm:pt>
    <dgm:pt modelId="{075AAEFA-A404-48F9-9C15-3950DB270F34}">
      <dgm:prSet/>
      <dgm:spPr/>
      <dgm:t>
        <a:bodyPr/>
        <a:lstStyle/>
        <a:p>
          <a:r>
            <a:rPr lang="uk-UA" dirty="0"/>
            <a:t>Брак експериментів на даних, наближених до даних сучасних систем</a:t>
          </a:r>
          <a:endParaRPr lang="ru-UA" dirty="0"/>
        </a:p>
      </dgm:t>
    </dgm:pt>
    <dgm:pt modelId="{025F04B7-6158-414F-ABB5-973D271F1B05}" type="parTrans" cxnId="{749A4A52-FAC2-4D2D-862F-D4057A38BED7}">
      <dgm:prSet/>
      <dgm:spPr/>
      <dgm:t>
        <a:bodyPr/>
        <a:lstStyle/>
        <a:p>
          <a:endParaRPr lang="ru-UA"/>
        </a:p>
      </dgm:t>
    </dgm:pt>
    <dgm:pt modelId="{AEDCB0E0-3CC2-46CA-885E-97BE8B9704CA}" type="sibTrans" cxnId="{749A4A52-FAC2-4D2D-862F-D4057A38BED7}">
      <dgm:prSet/>
      <dgm:spPr/>
      <dgm:t>
        <a:bodyPr/>
        <a:lstStyle/>
        <a:p>
          <a:endParaRPr lang="ru-UA"/>
        </a:p>
      </dgm:t>
    </dgm:pt>
    <dgm:pt modelId="{FA60016F-DBF6-40AC-B302-A2819EC113D9}">
      <dgm:prSet/>
      <dgm:spPr/>
      <dgm:t>
        <a:bodyPr/>
        <a:lstStyle/>
        <a:p>
          <a:r>
            <a:rPr lang="uk-UA" dirty="0"/>
            <a:t>Відсутність універсального методу</a:t>
          </a:r>
          <a:endParaRPr lang="ru-UA" dirty="0"/>
        </a:p>
      </dgm:t>
    </dgm:pt>
    <dgm:pt modelId="{37126947-563F-40B1-AD2C-31BB20C3B746}" type="parTrans" cxnId="{7D995BBA-8A1A-42EF-B2DC-7DD491B59748}">
      <dgm:prSet/>
      <dgm:spPr/>
      <dgm:t>
        <a:bodyPr/>
        <a:lstStyle/>
        <a:p>
          <a:endParaRPr lang="ru-UA"/>
        </a:p>
      </dgm:t>
    </dgm:pt>
    <dgm:pt modelId="{D2D581FD-1D3D-4E5A-AF5E-B49F75E89F37}" type="sibTrans" cxnId="{7D995BBA-8A1A-42EF-B2DC-7DD491B59748}">
      <dgm:prSet/>
      <dgm:spPr/>
      <dgm:t>
        <a:bodyPr/>
        <a:lstStyle/>
        <a:p>
          <a:endParaRPr lang="ru-UA"/>
        </a:p>
      </dgm:t>
    </dgm:pt>
    <dgm:pt modelId="{56796C13-6AE7-443D-904C-51B5A35CEF99}" type="pres">
      <dgm:prSet presAssocID="{F6B65073-1482-473F-A999-3F9D51D5FDE7}" presName="diagram" presStyleCnt="0">
        <dgm:presLayoutVars>
          <dgm:dir/>
          <dgm:resizeHandles val="exact"/>
        </dgm:presLayoutVars>
      </dgm:prSet>
      <dgm:spPr/>
    </dgm:pt>
    <dgm:pt modelId="{FF65D7EB-0CFC-4707-B74F-DC1CC1B3D31C}" type="pres">
      <dgm:prSet presAssocID="{F05F232F-1F5A-44C3-AADB-B8511301B94F}" presName="node" presStyleLbl="node1" presStyleIdx="0" presStyleCnt="6">
        <dgm:presLayoutVars>
          <dgm:bulletEnabled val="1"/>
        </dgm:presLayoutVars>
      </dgm:prSet>
      <dgm:spPr/>
    </dgm:pt>
    <dgm:pt modelId="{318D2476-75E3-41D0-9C9B-886FEDA57735}" type="pres">
      <dgm:prSet presAssocID="{DB873DE0-58D0-4823-B948-CF89E8DC22DF}" presName="sibTrans" presStyleCnt="0"/>
      <dgm:spPr/>
    </dgm:pt>
    <dgm:pt modelId="{C63A7CB6-3415-4342-88A8-92D039B09255}" type="pres">
      <dgm:prSet presAssocID="{67142AAC-82BB-44AA-9418-D1225BA9C84F}" presName="node" presStyleLbl="node1" presStyleIdx="1" presStyleCnt="6">
        <dgm:presLayoutVars>
          <dgm:bulletEnabled val="1"/>
        </dgm:presLayoutVars>
      </dgm:prSet>
      <dgm:spPr/>
    </dgm:pt>
    <dgm:pt modelId="{FF5730B0-93BF-4FEA-92F1-44B98DFC2468}" type="pres">
      <dgm:prSet presAssocID="{CEB64A8F-D99D-4A89-B003-0B4AF086331C}" presName="sibTrans" presStyleCnt="0"/>
      <dgm:spPr/>
    </dgm:pt>
    <dgm:pt modelId="{5A0CC5D6-3EF4-414C-9245-DD34833018B4}" type="pres">
      <dgm:prSet presAssocID="{43FC3BB2-7F18-46CC-AC63-9CC9F0BEE1E2}" presName="node" presStyleLbl="node1" presStyleIdx="2" presStyleCnt="6">
        <dgm:presLayoutVars>
          <dgm:bulletEnabled val="1"/>
        </dgm:presLayoutVars>
      </dgm:prSet>
      <dgm:spPr/>
    </dgm:pt>
    <dgm:pt modelId="{F0668887-5BAF-4038-8C43-2AAA90EDD91F}" type="pres">
      <dgm:prSet presAssocID="{1D8AD28D-9398-4774-A8EC-E6121946CD62}" presName="sibTrans" presStyleCnt="0"/>
      <dgm:spPr/>
    </dgm:pt>
    <dgm:pt modelId="{ADB8BB8B-B170-4F70-804F-A97357F22E40}" type="pres">
      <dgm:prSet presAssocID="{4E83541E-1771-45CA-B28F-29B5EFAC2C18}" presName="node" presStyleLbl="node1" presStyleIdx="3" presStyleCnt="6">
        <dgm:presLayoutVars>
          <dgm:bulletEnabled val="1"/>
        </dgm:presLayoutVars>
      </dgm:prSet>
      <dgm:spPr/>
    </dgm:pt>
    <dgm:pt modelId="{48E153BA-07F9-48C7-9C3C-F4E8D739FAFA}" type="pres">
      <dgm:prSet presAssocID="{1E86ABB4-CABF-4E5A-BBB7-583831E3683F}" presName="sibTrans" presStyleCnt="0"/>
      <dgm:spPr/>
    </dgm:pt>
    <dgm:pt modelId="{540819AF-6620-45F0-9E81-1F44200BCCC9}" type="pres">
      <dgm:prSet presAssocID="{075AAEFA-A404-48F9-9C15-3950DB270F34}" presName="node" presStyleLbl="node1" presStyleIdx="4" presStyleCnt="6">
        <dgm:presLayoutVars>
          <dgm:bulletEnabled val="1"/>
        </dgm:presLayoutVars>
      </dgm:prSet>
      <dgm:spPr/>
    </dgm:pt>
    <dgm:pt modelId="{3D9B165F-E771-43D2-A12A-2D8B29137F9E}" type="pres">
      <dgm:prSet presAssocID="{AEDCB0E0-3CC2-46CA-885E-97BE8B9704CA}" presName="sibTrans" presStyleCnt="0"/>
      <dgm:spPr/>
    </dgm:pt>
    <dgm:pt modelId="{6D10D6DC-0DDD-4F30-B1A3-3F99E84B54B4}" type="pres">
      <dgm:prSet presAssocID="{FA60016F-DBF6-40AC-B302-A2819EC113D9}" presName="node" presStyleLbl="node1" presStyleIdx="5" presStyleCnt="6">
        <dgm:presLayoutVars>
          <dgm:bulletEnabled val="1"/>
        </dgm:presLayoutVars>
      </dgm:prSet>
      <dgm:spPr/>
    </dgm:pt>
  </dgm:ptLst>
  <dgm:cxnLst>
    <dgm:cxn modelId="{91949808-DF3A-442F-9686-247EF5EDC795}" type="presOf" srcId="{F05F232F-1F5A-44C3-AADB-B8511301B94F}" destId="{FF65D7EB-0CFC-4707-B74F-DC1CC1B3D31C}" srcOrd="0" destOrd="0" presId="urn:microsoft.com/office/officeart/2005/8/layout/default"/>
    <dgm:cxn modelId="{AA09E412-0D3F-47D4-BF06-AC277AF6EF6C}" type="presOf" srcId="{43FC3BB2-7F18-46CC-AC63-9CC9F0BEE1E2}" destId="{5A0CC5D6-3EF4-414C-9245-DD34833018B4}" srcOrd="0" destOrd="0" presId="urn:microsoft.com/office/officeart/2005/8/layout/default"/>
    <dgm:cxn modelId="{CC88B02B-66F9-48F1-A6B6-A894C29BB67F}" type="presOf" srcId="{4E83541E-1771-45CA-B28F-29B5EFAC2C18}" destId="{ADB8BB8B-B170-4F70-804F-A97357F22E40}" srcOrd="0" destOrd="0" presId="urn:microsoft.com/office/officeart/2005/8/layout/default"/>
    <dgm:cxn modelId="{868A8347-5D41-43A1-99DC-051E24D12289}" type="presOf" srcId="{67142AAC-82BB-44AA-9418-D1225BA9C84F}" destId="{C63A7CB6-3415-4342-88A8-92D039B09255}" srcOrd="0" destOrd="0" presId="urn:microsoft.com/office/officeart/2005/8/layout/default"/>
    <dgm:cxn modelId="{94B51769-DDD1-40D5-9B66-13A5F86A1494}" srcId="{F6B65073-1482-473F-A999-3F9D51D5FDE7}" destId="{F05F232F-1F5A-44C3-AADB-B8511301B94F}" srcOrd="0" destOrd="0" parTransId="{D7C5182C-CE0D-4CCE-A6E4-14A38F455227}" sibTransId="{DB873DE0-58D0-4823-B948-CF89E8DC22DF}"/>
    <dgm:cxn modelId="{749A4A52-FAC2-4D2D-862F-D4057A38BED7}" srcId="{F6B65073-1482-473F-A999-3F9D51D5FDE7}" destId="{075AAEFA-A404-48F9-9C15-3950DB270F34}" srcOrd="4" destOrd="0" parTransId="{025F04B7-6158-414F-ABB5-973D271F1B05}" sibTransId="{AEDCB0E0-3CC2-46CA-885E-97BE8B9704CA}"/>
    <dgm:cxn modelId="{C67EA073-7688-499D-867A-BBA1F1BEEF6A}" type="presOf" srcId="{F6B65073-1482-473F-A999-3F9D51D5FDE7}" destId="{56796C13-6AE7-443D-904C-51B5A35CEF99}" srcOrd="0" destOrd="0" presId="urn:microsoft.com/office/officeart/2005/8/layout/default"/>
    <dgm:cxn modelId="{D244B7AD-8849-43AF-BA13-00C2C483583B}" type="presOf" srcId="{075AAEFA-A404-48F9-9C15-3950DB270F34}" destId="{540819AF-6620-45F0-9E81-1F44200BCCC9}" srcOrd="0" destOrd="0" presId="urn:microsoft.com/office/officeart/2005/8/layout/default"/>
    <dgm:cxn modelId="{CDFC82B9-1D11-4657-84FF-901BEC421986}" srcId="{F6B65073-1482-473F-A999-3F9D51D5FDE7}" destId="{67142AAC-82BB-44AA-9418-D1225BA9C84F}" srcOrd="1" destOrd="0" parTransId="{784B99C8-83B2-43D5-86FB-B2F7626260C9}" sibTransId="{CEB64A8F-D99D-4A89-B003-0B4AF086331C}"/>
    <dgm:cxn modelId="{7D995BBA-8A1A-42EF-B2DC-7DD491B59748}" srcId="{F6B65073-1482-473F-A999-3F9D51D5FDE7}" destId="{FA60016F-DBF6-40AC-B302-A2819EC113D9}" srcOrd="5" destOrd="0" parTransId="{37126947-563F-40B1-AD2C-31BB20C3B746}" sibTransId="{D2D581FD-1D3D-4E5A-AF5E-B49F75E89F37}"/>
    <dgm:cxn modelId="{AAC4F7C6-33F3-4AF5-A72D-E483F9C043C9}" srcId="{F6B65073-1482-473F-A999-3F9D51D5FDE7}" destId="{43FC3BB2-7F18-46CC-AC63-9CC9F0BEE1E2}" srcOrd="2" destOrd="0" parTransId="{B130EB9C-7C96-4A51-BAD3-BB167F627E6D}" sibTransId="{1D8AD28D-9398-4774-A8EC-E6121946CD62}"/>
    <dgm:cxn modelId="{3917C4CF-1680-4C70-A97E-1BCEC886E8B1}" type="presOf" srcId="{FA60016F-DBF6-40AC-B302-A2819EC113D9}" destId="{6D10D6DC-0DDD-4F30-B1A3-3F99E84B54B4}" srcOrd="0" destOrd="0" presId="urn:microsoft.com/office/officeart/2005/8/layout/default"/>
    <dgm:cxn modelId="{7DEA68DC-5BAD-4C0E-9616-6A228284BD92}" srcId="{F6B65073-1482-473F-A999-3F9D51D5FDE7}" destId="{4E83541E-1771-45CA-B28F-29B5EFAC2C18}" srcOrd="3" destOrd="0" parTransId="{C5CED661-EA78-4151-ADEC-B63BA9ECA92F}" sibTransId="{1E86ABB4-CABF-4E5A-BBB7-583831E3683F}"/>
    <dgm:cxn modelId="{1501E463-E181-488B-8F56-731AF36911FC}" type="presParOf" srcId="{56796C13-6AE7-443D-904C-51B5A35CEF99}" destId="{FF65D7EB-0CFC-4707-B74F-DC1CC1B3D31C}" srcOrd="0" destOrd="0" presId="urn:microsoft.com/office/officeart/2005/8/layout/default"/>
    <dgm:cxn modelId="{649C450B-7777-438C-BE87-5303FCDAE5FC}" type="presParOf" srcId="{56796C13-6AE7-443D-904C-51B5A35CEF99}" destId="{318D2476-75E3-41D0-9C9B-886FEDA57735}" srcOrd="1" destOrd="0" presId="urn:microsoft.com/office/officeart/2005/8/layout/default"/>
    <dgm:cxn modelId="{7639E1B2-A48A-49D4-AFB7-3AD47B455DB2}" type="presParOf" srcId="{56796C13-6AE7-443D-904C-51B5A35CEF99}" destId="{C63A7CB6-3415-4342-88A8-92D039B09255}" srcOrd="2" destOrd="0" presId="urn:microsoft.com/office/officeart/2005/8/layout/default"/>
    <dgm:cxn modelId="{3042CB9A-4AA3-479E-9E46-10481C6551D2}" type="presParOf" srcId="{56796C13-6AE7-443D-904C-51B5A35CEF99}" destId="{FF5730B0-93BF-4FEA-92F1-44B98DFC2468}" srcOrd="3" destOrd="0" presId="urn:microsoft.com/office/officeart/2005/8/layout/default"/>
    <dgm:cxn modelId="{7EA87191-6547-499F-98A1-2F98EB23E3B1}" type="presParOf" srcId="{56796C13-6AE7-443D-904C-51B5A35CEF99}" destId="{5A0CC5D6-3EF4-414C-9245-DD34833018B4}" srcOrd="4" destOrd="0" presId="urn:microsoft.com/office/officeart/2005/8/layout/default"/>
    <dgm:cxn modelId="{55E6BD0D-B4CA-4635-8621-34D96D13268F}" type="presParOf" srcId="{56796C13-6AE7-443D-904C-51B5A35CEF99}" destId="{F0668887-5BAF-4038-8C43-2AAA90EDD91F}" srcOrd="5" destOrd="0" presId="urn:microsoft.com/office/officeart/2005/8/layout/default"/>
    <dgm:cxn modelId="{2FC2E8F9-D669-4B01-8DBA-1950B533A6C5}" type="presParOf" srcId="{56796C13-6AE7-443D-904C-51B5A35CEF99}" destId="{ADB8BB8B-B170-4F70-804F-A97357F22E40}" srcOrd="6" destOrd="0" presId="urn:microsoft.com/office/officeart/2005/8/layout/default"/>
    <dgm:cxn modelId="{7D55FDF8-A564-4022-ABBF-F7DBB28634C8}" type="presParOf" srcId="{56796C13-6AE7-443D-904C-51B5A35CEF99}" destId="{48E153BA-07F9-48C7-9C3C-F4E8D739FAFA}" srcOrd="7" destOrd="0" presId="urn:microsoft.com/office/officeart/2005/8/layout/default"/>
    <dgm:cxn modelId="{AD596114-87C5-427E-BE10-AE17F2A327A9}" type="presParOf" srcId="{56796C13-6AE7-443D-904C-51B5A35CEF99}" destId="{540819AF-6620-45F0-9E81-1F44200BCCC9}" srcOrd="8" destOrd="0" presId="urn:microsoft.com/office/officeart/2005/8/layout/default"/>
    <dgm:cxn modelId="{6ECEDD22-D8D4-4582-806C-65BFB2490EAF}" type="presParOf" srcId="{56796C13-6AE7-443D-904C-51B5A35CEF99}" destId="{3D9B165F-E771-43D2-A12A-2D8B29137F9E}" srcOrd="9" destOrd="0" presId="urn:microsoft.com/office/officeart/2005/8/layout/default"/>
    <dgm:cxn modelId="{E90A84EC-773D-4D2D-A67C-88CF0E1DDD26}" type="presParOf" srcId="{56796C13-6AE7-443D-904C-51B5A35CEF99}" destId="{6D10D6DC-0DDD-4F30-B1A3-3F99E84B54B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6E3B44-84DB-4900-B1B4-588516A80FB0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606A83B-6515-4E42-9852-4B717EF2B33C}">
      <dgm:prSet phldrT="[Text]" phldr="0"/>
      <dgm:spPr/>
      <dgm:t>
        <a:bodyPr/>
        <a:lstStyle/>
        <a:p>
          <a:r>
            <a:rPr lang="uk-UA" noProof="0" dirty="0"/>
            <a:t>Основні задачі</a:t>
          </a:r>
        </a:p>
      </dgm:t>
    </dgm:pt>
    <dgm:pt modelId="{2689F198-539D-437F-BCAC-C13A20DD0010}" type="parTrans" cxnId="{E01E3EC3-1F6E-4A65-8713-B6AC407A65B3}">
      <dgm:prSet/>
      <dgm:spPr/>
      <dgm:t>
        <a:bodyPr/>
        <a:lstStyle/>
        <a:p>
          <a:endParaRPr lang="en-US"/>
        </a:p>
      </dgm:t>
    </dgm:pt>
    <dgm:pt modelId="{D21EE03B-6491-4581-8242-57A74EB74A39}" type="sibTrans" cxnId="{E01E3EC3-1F6E-4A65-8713-B6AC407A65B3}">
      <dgm:prSet/>
      <dgm:spPr/>
      <dgm:t>
        <a:bodyPr/>
        <a:lstStyle/>
        <a:p>
          <a:endParaRPr lang="en-US"/>
        </a:p>
      </dgm:t>
    </dgm:pt>
    <dgm:pt modelId="{14C524A4-63C3-4373-8862-6815ECDEAC3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uk-UA" noProof="0" dirty="0"/>
            <a:t>проаналізувати предметне галузь та наукову літературу у сфері виявлення аномалій в </a:t>
          </a:r>
          <a:r>
            <a:rPr lang="uk-UA" noProof="0" dirty="0" err="1"/>
            <a:t>логах</a:t>
          </a:r>
          <a:r>
            <a:rPr lang="uk-UA" noProof="0" dirty="0"/>
            <a:t>. Зрозуміти основні проблеми та виклики;</a:t>
          </a:r>
        </a:p>
      </dgm:t>
    </dgm:pt>
    <dgm:pt modelId="{A6EB144C-FD33-4BEF-9C06-C8889E2427FF}" type="parTrans" cxnId="{D49E1F9D-97BE-41ED-ABF7-40829991518C}">
      <dgm:prSet/>
      <dgm:spPr/>
      <dgm:t>
        <a:bodyPr/>
        <a:lstStyle/>
        <a:p>
          <a:endParaRPr lang="en-US"/>
        </a:p>
      </dgm:t>
    </dgm:pt>
    <dgm:pt modelId="{4FAA7912-0932-4B2B-8D6E-3F5AB7540A5A}" type="sibTrans" cxnId="{D49E1F9D-97BE-41ED-ABF7-40829991518C}">
      <dgm:prSet/>
      <dgm:spPr/>
      <dgm:t>
        <a:bodyPr/>
        <a:lstStyle/>
        <a:p>
          <a:endParaRPr lang="en-US"/>
        </a:p>
      </dgm:t>
    </dgm:pt>
    <dgm:pt modelId="{07F5E26D-E128-464A-9E46-1BCD1D10BBAE}">
      <dgm:prSet phldrT="[Text]" phldr="0"/>
      <dgm:spPr/>
      <dgm:t>
        <a:bodyPr/>
        <a:lstStyle/>
        <a:p>
          <a:r>
            <a:rPr lang="uk-UA" noProof="0" dirty="0"/>
            <a:t>Вхідні дані</a:t>
          </a:r>
        </a:p>
      </dgm:t>
    </dgm:pt>
    <dgm:pt modelId="{DB5F768C-FD87-4C94-9B6F-C4FA2BA02E63}" type="parTrans" cxnId="{7726B696-407C-45EC-94A4-BF411F6E4FA5}">
      <dgm:prSet/>
      <dgm:spPr/>
      <dgm:t>
        <a:bodyPr/>
        <a:lstStyle/>
        <a:p>
          <a:endParaRPr lang="en-US"/>
        </a:p>
      </dgm:t>
    </dgm:pt>
    <dgm:pt modelId="{67D68C5F-A6A0-488A-8CCA-6D59E3AF3904}" type="sibTrans" cxnId="{7726B696-407C-45EC-94A4-BF411F6E4FA5}">
      <dgm:prSet/>
      <dgm:spPr/>
      <dgm:t>
        <a:bodyPr/>
        <a:lstStyle/>
        <a:p>
          <a:endParaRPr lang="en-US"/>
        </a:p>
      </dgm:t>
    </dgm:pt>
    <dgm:pt modelId="{EC343DCA-1E8B-4E88-8337-00490463E9AE}">
      <dgm:prSet phldrT="[Text]" phldr="0"/>
      <dgm:spPr/>
      <dgm:t>
        <a:bodyPr/>
        <a:lstStyle/>
        <a:p>
          <a:r>
            <a:rPr lang="uk-UA" noProof="0" dirty="0"/>
            <a:t>наукова література, що стосується виявлення аномалій в </a:t>
          </a:r>
          <a:r>
            <a:rPr lang="uk-UA" noProof="0" dirty="0" err="1"/>
            <a:t>логах</a:t>
          </a:r>
          <a:r>
            <a:rPr lang="uk-UA" noProof="0" dirty="0"/>
            <a:t> ПЗ: книги, наукові статті, тези конференцій;</a:t>
          </a:r>
        </a:p>
      </dgm:t>
    </dgm:pt>
    <dgm:pt modelId="{D7560F02-187D-4804-AEF9-B8398E814247}" type="parTrans" cxnId="{6BAD9BAE-7611-4C43-8287-B063045091F0}">
      <dgm:prSet/>
      <dgm:spPr/>
      <dgm:t>
        <a:bodyPr/>
        <a:lstStyle/>
        <a:p>
          <a:endParaRPr lang="en-US"/>
        </a:p>
      </dgm:t>
    </dgm:pt>
    <dgm:pt modelId="{DC0DD694-564C-4173-964F-765F20BE3E6F}" type="sibTrans" cxnId="{6BAD9BAE-7611-4C43-8287-B063045091F0}">
      <dgm:prSet/>
      <dgm:spPr/>
      <dgm:t>
        <a:bodyPr/>
        <a:lstStyle/>
        <a:p>
          <a:endParaRPr lang="en-US"/>
        </a:p>
      </dgm:t>
    </dgm:pt>
    <dgm:pt modelId="{F783E6B8-ABDD-4CCB-8AAC-E071E6B07EF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 err="1"/>
            <a:t>виконати</a:t>
          </a:r>
          <a:r>
            <a:rPr lang="ru-RU" b="0" i="0" dirty="0"/>
            <a:t> </a:t>
          </a:r>
          <a:r>
            <a:rPr lang="ru-RU" b="0" i="0" dirty="0" err="1"/>
            <a:t>багатокритеріальне</a:t>
          </a:r>
          <a:r>
            <a:rPr lang="ru-RU" b="0" i="0" dirty="0"/>
            <a:t> </a:t>
          </a:r>
          <a:r>
            <a:rPr lang="ru-RU" b="0" i="0" dirty="0" err="1"/>
            <a:t>оцінювання</a:t>
          </a:r>
          <a:r>
            <a:rPr lang="ru-RU" b="0" i="0" dirty="0"/>
            <a:t> альтернатив;</a:t>
          </a:r>
          <a:endParaRPr lang="uk-UA" noProof="0" dirty="0"/>
        </a:p>
      </dgm:t>
    </dgm:pt>
    <dgm:pt modelId="{37A48B60-B8AF-4A9E-9D5E-5CC66B345A0E}" type="parTrans" cxnId="{51DDB53E-84C8-4BC2-A8DD-39C8A034F417}">
      <dgm:prSet/>
      <dgm:spPr/>
      <dgm:t>
        <a:bodyPr/>
        <a:lstStyle/>
        <a:p>
          <a:endParaRPr lang="en-US"/>
        </a:p>
      </dgm:t>
    </dgm:pt>
    <dgm:pt modelId="{99242B7E-D99D-4267-AC5A-E0AAE57064F9}" type="sibTrans" cxnId="{51DDB53E-84C8-4BC2-A8DD-39C8A034F417}">
      <dgm:prSet/>
      <dgm:spPr/>
      <dgm:t>
        <a:bodyPr/>
        <a:lstStyle/>
        <a:p>
          <a:endParaRPr lang="en-US"/>
        </a:p>
      </dgm:t>
    </dgm:pt>
    <dgm:pt modelId="{E8CBF224-B23E-4319-92B9-DA5FB88E1089}">
      <dgm:prSet phldrT="[Text]" phldr="0"/>
      <dgm:spPr/>
      <dgm:t>
        <a:bodyPr/>
        <a:lstStyle/>
        <a:p>
          <a:r>
            <a:rPr lang="uk-UA" noProof="0" dirty="0"/>
            <a:t>критерії оцінювання методів пошуку аномалій в </a:t>
          </a:r>
          <a:r>
            <a:rPr lang="uk-UA" noProof="0" dirty="0" err="1"/>
            <a:t>логах</a:t>
          </a:r>
          <a:r>
            <a:rPr lang="uk-UA" noProof="0" dirty="0"/>
            <a:t> ПЗ;</a:t>
          </a:r>
        </a:p>
      </dgm:t>
    </dgm:pt>
    <dgm:pt modelId="{B9197B1B-7BBE-4FE6-947E-DCA2E8D45138}" type="parTrans" cxnId="{66A055F4-8270-4815-B29B-C18934E02A21}">
      <dgm:prSet/>
      <dgm:spPr/>
      <dgm:t>
        <a:bodyPr/>
        <a:lstStyle/>
        <a:p>
          <a:endParaRPr lang="en-US"/>
        </a:p>
      </dgm:t>
    </dgm:pt>
    <dgm:pt modelId="{DFCAA2DD-83FB-4DB6-B453-E85106213B81}" type="sibTrans" cxnId="{66A055F4-8270-4815-B29B-C18934E02A21}">
      <dgm:prSet/>
      <dgm:spPr/>
      <dgm:t>
        <a:bodyPr/>
        <a:lstStyle/>
        <a:p>
          <a:endParaRPr lang="en-US"/>
        </a:p>
      </dgm:t>
    </dgm:pt>
    <dgm:pt modelId="{AA99397A-CAA5-4C53-A77E-1DA63806813E}">
      <dgm:prSet/>
      <dgm:spPr/>
      <dgm:t>
        <a:bodyPr/>
        <a:lstStyle/>
        <a:p>
          <a:r>
            <a:rPr lang="uk-UA" dirty="0"/>
            <a:t>Очікувані результати</a:t>
          </a:r>
          <a:endParaRPr lang="ru-UA" dirty="0"/>
        </a:p>
      </dgm:t>
    </dgm:pt>
    <dgm:pt modelId="{2BD2B3F8-CBA1-46A3-A82F-503967042CE0}" type="parTrans" cxnId="{A36388FF-BF04-4F9E-B512-96C3E9B14185}">
      <dgm:prSet/>
      <dgm:spPr/>
      <dgm:t>
        <a:bodyPr/>
        <a:lstStyle/>
        <a:p>
          <a:endParaRPr lang="ru-UA"/>
        </a:p>
      </dgm:t>
    </dgm:pt>
    <dgm:pt modelId="{70D71BFC-7AFC-4CA6-97E6-6D37008570A9}" type="sibTrans" cxnId="{A36388FF-BF04-4F9E-B512-96C3E9B14185}">
      <dgm:prSet/>
      <dgm:spPr/>
      <dgm:t>
        <a:bodyPr/>
        <a:lstStyle/>
        <a:p>
          <a:endParaRPr lang="ru-UA"/>
        </a:p>
      </dgm:t>
    </dgm:pt>
    <dgm:pt modelId="{9C0C7D1B-8496-419C-AE38-A6E467A60900}">
      <dgm:prSet phldrT="[Text]" phldr="0"/>
      <dgm:spPr/>
      <dgm:t>
        <a:bodyPr/>
        <a:lstStyle/>
        <a:p>
          <a:r>
            <a:rPr lang="uk-UA" noProof="0" dirty="0" err="1"/>
            <a:t>датасети</a:t>
          </a:r>
          <a:r>
            <a:rPr lang="uk-UA" noProof="0" dirty="0"/>
            <a:t> різної природи;</a:t>
          </a:r>
        </a:p>
      </dgm:t>
    </dgm:pt>
    <dgm:pt modelId="{6F428E7A-8610-48F1-83D1-31ED9A73631D}" type="parTrans" cxnId="{ED8148E4-3029-4BF7-8935-6178262A8FDF}">
      <dgm:prSet/>
      <dgm:spPr/>
      <dgm:t>
        <a:bodyPr/>
        <a:lstStyle/>
        <a:p>
          <a:endParaRPr lang="ru-UA"/>
        </a:p>
      </dgm:t>
    </dgm:pt>
    <dgm:pt modelId="{0C9ED460-349B-4158-BCFD-BCEDEA9D5D2F}" type="sibTrans" cxnId="{ED8148E4-3029-4BF7-8935-6178262A8FDF}">
      <dgm:prSet/>
      <dgm:spPr/>
      <dgm:t>
        <a:bodyPr/>
        <a:lstStyle/>
        <a:p>
          <a:endParaRPr lang="ru-UA"/>
        </a:p>
      </dgm:t>
    </dgm:pt>
    <dgm:pt modelId="{10DCEFAB-3111-496E-B200-14D62718643F}">
      <dgm:prSet phldrT="[Text]" phldr="0"/>
      <dgm:spPr/>
      <dgm:t>
        <a:bodyPr/>
        <a:lstStyle/>
        <a:p>
          <a:r>
            <a:rPr lang="uk-UA" noProof="0" dirty="0"/>
            <a:t>моделі для дослідження.</a:t>
          </a:r>
        </a:p>
      </dgm:t>
    </dgm:pt>
    <dgm:pt modelId="{2DDAA505-0647-46BF-8FA9-A4A5F1D86FB5}" type="parTrans" cxnId="{20FF3993-BA89-4D9E-A850-869E5644E403}">
      <dgm:prSet/>
      <dgm:spPr/>
      <dgm:t>
        <a:bodyPr/>
        <a:lstStyle/>
        <a:p>
          <a:endParaRPr lang="ru-UA"/>
        </a:p>
      </dgm:t>
    </dgm:pt>
    <dgm:pt modelId="{918C6F25-2F25-40D7-AA2E-091518350300}" type="sibTrans" cxnId="{20FF3993-BA89-4D9E-A850-869E5644E403}">
      <dgm:prSet/>
      <dgm:spPr/>
      <dgm:t>
        <a:bodyPr/>
        <a:lstStyle/>
        <a:p>
          <a:endParaRPr lang="ru-UA"/>
        </a:p>
      </dgm:t>
    </dgm:pt>
    <dgm:pt modelId="{C9E63411-3D01-4DAE-A6B9-7B5B1FDB749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/>
            <a:t>провести </a:t>
          </a:r>
          <a:r>
            <a:rPr lang="ru-RU" b="0" i="0" dirty="0" err="1"/>
            <a:t>експериментальне</a:t>
          </a:r>
          <a:r>
            <a:rPr lang="ru-RU" b="0" i="0" dirty="0"/>
            <a:t> </a:t>
          </a:r>
          <a:r>
            <a:rPr lang="ru-RU" b="0" i="0" dirty="0" err="1"/>
            <a:t>дослідження</a:t>
          </a:r>
          <a:r>
            <a:rPr lang="ru-RU" b="0" i="0" dirty="0"/>
            <a:t> моделей на датасетах </a:t>
          </a:r>
          <a:r>
            <a:rPr lang="ru-RU" b="0" i="0" dirty="0" err="1"/>
            <a:t>різної</a:t>
          </a:r>
          <a:r>
            <a:rPr lang="ru-RU" b="0" i="0" dirty="0"/>
            <a:t> </a:t>
          </a:r>
          <a:r>
            <a:rPr lang="ru-RU" b="0" i="0" dirty="0" err="1"/>
            <a:t>природи</a:t>
          </a:r>
          <a:r>
            <a:rPr lang="ru-RU" b="0" i="0" dirty="0"/>
            <a:t>;</a:t>
          </a:r>
          <a:endParaRPr lang="uk-UA" noProof="0" dirty="0"/>
        </a:p>
      </dgm:t>
    </dgm:pt>
    <dgm:pt modelId="{C21813A2-6346-4141-95DB-16104F3D2905}" type="parTrans" cxnId="{1574E21A-4DBF-4329-A602-F57C185516ED}">
      <dgm:prSet/>
      <dgm:spPr/>
      <dgm:t>
        <a:bodyPr/>
        <a:lstStyle/>
        <a:p>
          <a:endParaRPr lang="ru-UA"/>
        </a:p>
      </dgm:t>
    </dgm:pt>
    <dgm:pt modelId="{1EF6C7CB-16FD-4506-9745-58F6ABB00596}" type="sibTrans" cxnId="{1574E21A-4DBF-4329-A602-F57C185516ED}">
      <dgm:prSet/>
      <dgm:spPr/>
      <dgm:t>
        <a:bodyPr/>
        <a:lstStyle/>
        <a:p>
          <a:endParaRPr lang="ru-UA"/>
        </a:p>
      </dgm:t>
    </dgm:pt>
    <dgm:pt modelId="{C04863BB-939B-4514-B721-7378E61C8E3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 err="1"/>
            <a:t>виконати</a:t>
          </a:r>
          <a:r>
            <a:rPr lang="ru-RU" b="0" i="0" dirty="0"/>
            <a:t> </a:t>
          </a:r>
          <a:r>
            <a:rPr lang="ru-RU" b="0" i="0" dirty="0" err="1"/>
            <a:t>порівняння</a:t>
          </a:r>
          <a:r>
            <a:rPr lang="ru-RU" b="0" i="0" dirty="0"/>
            <a:t> моделей на </a:t>
          </a:r>
          <a:r>
            <a:rPr lang="ru-RU" b="0" i="0" dirty="0" err="1"/>
            <a:t>основі</a:t>
          </a:r>
          <a:r>
            <a:rPr lang="ru-RU" b="0" i="0" dirty="0"/>
            <a:t> </a:t>
          </a:r>
          <a:r>
            <a:rPr lang="ru-RU" b="0" i="0" dirty="0" err="1"/>
            <a:t>результатів</a:t>
          </a:r>
          <a:r>
            <a:rPr lang="ru-RU" b="0" i="0" dirty="0"/>
            <a:t> </a:t>
          </a:r>
          <a:r>
            <a:rPr lang="ru-RU" b="0" i="0" dirty="0" err="1"/>
            <a:t>експериментів</a:t>
          </a:r>
          <a:r>
            <a:rPr lang="ru-RU" b="0" i="0" dirty="0"/>
            <a:t>;</a:t>
          </a:r>
          <a:endParaRPr lang="uk-UA" noProof="0" dirty="0"/>
        </a:p>
      </dgm:t>
    </dgm:pt>
    <dgm:pt modelId="{24C16A98-F340-4322-A3DC-36F6B12D664F}" type="parTrans" cxnId="{AA97A1BF-6D35-4E63-BCCE-E797FABC5660}">
      <dgm:prSet/>
      <dgm:spPr/>
      <dgm:t>
        <a:bodyPr/>
        <a:lstStyle/>
        <a:p>
          <a:endParaRPr lang="ru-UA"/>
        </a:p>
      </dgm:t>
    </dgm:pt>
    <dgm:pt modelId="{8FF29E7A-DEF6-4549-A714-F311C2DCD97D}" type="sibTrans" cxnId="{AA97A1BF-6D35-4E63-BCCE-E797FABC5660}">
      <dgm:prSet/>
      <dgm:spPr/>
      <dgm:t>
        <a:bodyPr/>
        <a:lstStyle/>
        <a:p>
          <a:endParaRPr lang="ru-UA"/>
        </a:p>
      </dgm:t>
    </dgm:pt>
    <dgm:pt modelId="{1D611F09-34C7-44A6-8869-F9851C8BB0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 err="1"/>
            <a:t>сформувати</a:t>
          </a:r>
          <a:r>
            <a:rPr lang="ru-RU" b="0" i="0" dirty="0"/>
            <a:t> </a:t>
          </a:r>
          <a:r>
            <a:rPr lang="ru-RU" b="0" i="0" dirty="0" err="1"/>
            <a:t>практичні</a:t>
          </a:r>
          <a:r>
            <a:rPr lang="ru-RU" b="0" i="0" dirty="0"/>
            <a:t> </a:t>
          </a:r>
          <a:r>
            <a:rPr lang="ru-RU" b="0" i="0" dirty="0" err="1"/>
            <a:t>рекомендації</a:t>
          </a:r>
          <a:r>
            <a:rPr lang="ru-RU" b="0" i="0" dirty="0"/>
            <a:t> </a:t>
          </a:r>
          <a:r>
            <a:rPr lang="ru-RU" b="0" i="0" dirty="0" err="1"/>
            <a:t>щодо</a:t>
          </a:r>
          <a:r>
            <a:rPr lang="ru-RU" b="0" i="0" dirty="0"/>
            <a:t> </a:t>
          </a:r>
          <a:r>
            <a:rPr lang="ru-RU" b="0" i="0" dirty="0" err="1"/>
            <a:t>застосування</a:t>
          </a:r>
          <a:r>
            <a:rPr lang="ru-RU" b="0" i="0" dirty="0"/>
            <a:t> </a:t>
          </a:r>
          <a:r>
            <a:rPr lang="ru-RU" b="0" i="0" dirty="0" err="1"/>
            <a:t>методів</a:t>
          </a:r>
          <a:r>
            <a:rPr lang="ru-RU" b="0" i="0" dirty="0"/>
            <a:t> у системах </a:t>
          </a:r>
          <a:r>
            <a:rPr lang="ru-RU" b="0" i="0" dirty="0" err="1"/>
            <a:t>моніторингу</a:t>
          </a:r>
          <a:r>
            <a:rPr lang="ru-RU" b="0" i="0" dirty="0"/>
            <a:t>.</a:t>
          </a:r>
          <a:endParaRPr lang="uk-UA" noProof="0" dirty="0"/>
        </a:p>
      </dgm:t>
    </dgm:pt>
    <dgm:pt modelId="{2DEDDA08-7FA8-4FC3-A089-5D4F2AACF64B}" type="parTrans" cxnId="{0D89CD7F-F2CF-4D7D-A260-4EC81D44F73A}">
      <dgm:prSet/>
      <dgm:spPr/>
      <dgm:t>
        <a:bodyPr/>
        <a:lstStyle/>
        <a:p>
          <a:endParaRPr lang="ru-UA"/>
        </a:p>
      </dgm:t>
    </dgm:pt>
    <dgm:pt modelId="{710EA3CC-AC10-455B-8DE0-D10525B4AE2E}" type="sibTrans" cxnId="{0D89CD7F-F2CF-4D7D-A260-4EC81D44F73A}">
      <dgm:prSet/>
      <dgm:spPr/>
      <dgm:t>
        <a:bodyPr/>
        <a:lstStyle/>
        <a:p>
          <a:endParaRPr lang="ru-UA"/>
        </a:p>
      </dgm:t>
    </dgm:pt>
    <dgm:pt modelId="{3D42A11B-2AC4-42A3-9D6A-C1FB6AA173B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 err="1"/>
            <a:t>теоретичне</a:t>
          </a:r>
          <a:r>
            <a:rPr lang="ru-RU" b="0" i="0" dirty="0"/>
            <a:t> </a:t>
          </a:r>
          <a:r>
            <a:rPr lang="ru-RU" b="0" i="0" dirty="0" err="1"/>
            <a:t>ранжування</a:t>
          </a:r>
          <a:r>
            <a:rPr lang="ru-RU" b="0" i="0" dirty="0"/>
            <a:t> </a:t>
          </a:r>
          <a:r>
            <a:rPr lang="ru-RU" b="0" i="0" dirty="0" err="1"/>
            <a:t>методів</a:t>
          </a:r>
          <a:r>
            <a:rPr lang="ru-RU" b="0" i="0" dirty="0"/>
            <a:t> за </a:t>
          </a:r>
          <a:r>
            <a:rPr lang="ru-RU" b="0" i="0" dirty="0" err="1"/>
            <a:t>множиною</a:t>
          </a:r>
          <a:r>
            <a:rPr lang="ru-RU" b="0" i="0" dirty="0"/>
            <a:t> </a:t>
          </a:r>
          <a:r>
            <a:rPr lang="ru-RU" b="0" i="0" dirty="0" err="1"/>
            <a:t>критеріїв</a:t>
          </a:r>
          <a:r>
            <a:rPr lang="ru-RU" b="0" i="0" dirty="0"/>
            <a:t>;</a:t>
          </a:r>
          <a:endParaRPr lang="ru-UA" dirty="0"/>
        </a:p>
      </dgm:t>
    </dgm:pt>
    <dgm:pt modelId="{235E0C88-BB31-4202-A1A5-E193EDA036FD}" type="parTrans" cxnId="{E943260A-472C-4BE7-AC5B-7A4EC2F8ECE7}">
      <dgm:prSet/>
      <dgm:spPr/>
      <dgm:t>
        <a:bodyPr/>
        <a:lstStyle/>
        <a:p>
          <a:endParaRPr lang="ru-UA"/>
        </a:p>
      </dgm:t>
    </dgm:pt>
    <dgm:pt modelId="{FF51EED1-D2C5-4351-B191-A4B24C952267}" type="sibTrans" cxnId="{E943260A-472C-4BE7-AC5B-7A4EC2F8ECE7}">
      <dgm:prSet/>
      <dgm:spPr/>
      <dgm:t>
        <a:bodyPr/>
        <a:lstStyle/>
        <a:p>
          <a:endParaRPr lang="ru-UA"/>
        </a:p>
      </dgm:t>
    </dgm:pt>
    <dgm:pt modelId="{055D13F6-F56D-4774-ABBC-A75E067398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 err="1"/>
            <a:t>рекомендації</a:t>
          </a:r>
          <a:r>
            <a:rPr lang="ru-RU" b="0" i="0" dirty="0"/>
            <a:t> </a:t>
          </a:r>
          <a:r>
            <a:rPr lang="ru-RU" b="0" i="0" dirty="0" err="1"/>
            <a:t>щодо</a:t>
          </a:r>
          <a:r>
            <a:rPr lang="ru-RU" b="0" i="0" dirty="0"/>
            <a:t> </a:t>
          </a:r>
          <a:r>
            <a:rPr lang="ru-RU" b="0" i="0" dirty="0" err="1"/>
            <a:t>вибору</a:t>
          </a:r>
          <a:r>
            <a:rPr lang="ru-RU" b="0" i="0" dirty="0"/>
            <a:t> моделей для </a:t>
          </a:r>
          <a:r>
            <a:rPr lang="ru-RU" b="0" i="0" dirty="0" err="1"/>
            <a:t>застосування</a:t>
          </a:r>
          <a:r>
            <a:rPr lang="ru-RU" b="0" i="0" dirty="0"/>
            <a:t> в системах </a:t>
          </a:r>
          <a:r>
            <a:rPr lang="ru-RU" b="0" i="0" dirty="0" err="1"/>
            <a:t>моніторингу</a:t>
          </a:r>
          <a:r>
            <a:rPr lang="ru-RU" b="0" i="0" dirty="0"/>
            <a:t>;</a:t>
          </a:r>
          <a:endParaRPr lang="ru-UA" dirty="0"/>
        </a:p>
      </dgm:t>
    </dgm:pt>
    <dgm:pt modelId="{4EBDC6D1-543A-4BCC-A0D2-06AA79C4D80C}" type="parTrans" cxnId="{B8FF8BB6-6C5D-472C-BE8A-1E272114CCEE}">
      <dgm:prSet/>
      <dgm:spPr/>
      <dgm:t>
        <a:bodyPr/>
        <a:lstStyle/>
        <a:p>
          <a:endParaRPr lang="ru-UA"/>
        </a:p>
      </dgm:t>
    </dgm:pt>
    <dgm:pt modelId="{65646FF9-542E-4667-AA64-1673D56AB024}" type="sibTrans" cxnId="{B8FF8BB6-6C5D-472C-BE8A-1E272114CCEE}">
      <dgm:prSet/>
      <dgm:spPr/>
      <dgm:t>
        <a:bodyPr/>
        <a:lstStyle/>
        <a:p>
          <a:endParaRPr lang="ru-UA"/>
        </a:p>
      </dgm:t>
    </dgm:pt>
    <dgm:pt modelId="{46771043-FE37-4D2A-9F1A-4671B76B90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uk-UA" dirty="0"/>
            <a:t>визначення перспективних напрямів подальших досліджень.</a:t>
          </a:r>
          <a:endParaRPr lang="ru-UA" dirty="0"/>
        </a:p>
      </dgm:t>
    </dgm:pt>
    <dgm:pt modelId="{888122E2-1764-4DD7-BE6C-E4AFCA5D843D}" type="parTrans" cxnId="{28A6CDDB-7F6F-4C3E-9E28-9E6536F93EA6}">
      <dgm:prSet/>
      <dgm:spPr/>
      <dgm:t>
        <a:bodyPr/>
        <a:lstStyle/>
        <a:p>
          <a:endParaRPr lang="ru-UA"/>
        </a:p>
      </dgm:t>
    </dgm:pt>
    <dgm:pt modelId="{B31E59F7-2CF2-4C39-A533-7D610B2D3EC0}" type="sibTrans" cxnId="{28A6CDDB-7F6F-4C3E-9E28-9E6536F93EA6}">
      <dgm:prSet/>
      <dgm:spPr/>
      <dgm:t>
        <a:bodyPr/>
        <a:lstStyle/>
        <a:p>
          <a:endParaRPr lang="ru-UA"/>
        </a:p>
      </dgm:t>
    </dgm:pt>
    <dgm:pt modelId="{EC68BAD0-F3F5-45A8-B841-21A9C5D11FC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 err="1"/>
            <a:t>експериментальна</a:t>
          </a:r>
          <a:r>
            <a:rPr lang="ru-RU" b="0" i="0" dirty="0"/>
            <a:t> </a:t>
          </a:r>
          <a:r>
            <a:rPr lang="ru-RU" b="0" i="0" dirty="0" err="1"/>
            <a:t>оцінка</a:t>
          </a:r>
          <a:r>
            <a:rPr lang="ru-RU" b="0" i="0" dirty="0"/>
            <a:t> </a:t>
          </a:r>
          <a:r>
            <a:rPr lang="ru-RU" b="0" i="0" dirty="0" err="1"/>
            <a:t>ефективності</a:t>
          </a:r>
          <a:r>
            <a:rPr lang="ru-RU" b="0" i="0" dirty="0"/>
            <a:t> моделей;</a:t>
          </a:r>
          <a:endParaRPr lang="ru-UA" dirty="0"/>
        </a:p>
      </dgm:t>
    </dgm:pt>
    <dgm:pt modelId="{0C057F7B-FBA5-44A7-9218-9949E26797CA}" type="parTrans" cxnId="{F554447A-7307-4551-B0A2-2845D62088DB}">
      <dgm:prSet/>
      <dgm:spPr/>
      <dgm:t>
        <a:bodyPr/>
        <a:lstStyle/>
        <a:p>
          <a:endParaRPr lang="ru-UA"/>
        </a:p>
      </dgm:t>
    </dgm:pt>
    <dgm:pt modelId="{081B8563-7425-43FA-BE8D-DBB15EAC7A3B}" type="sibTrans" cxnId="{F554447A-7307-4551-B0A2-2845D62088DB}">
      <dgm:prSet/>
      <dgm:spPr/>
      <dgm:t>
        <a:bodyPr/>
        <a:lstStyle/>
        <a:p>
          <a:endParaRPr lang="ru-UA"/>
        </a:p>
      </dgm:t>
    </dgm:pt>
    <dgm:pt modelId="{C76D4986-B692-4C0E-BAEA-47CF29FD68F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 err="1"/>
            <a:t>визначення</a:t>
          </a:r>
          <a:r>
            <a:rPr lang="ru-RU" b="0" i="0" dirty="0"/>
            <a:t> </a:t>
          </a:r>
          <a:r>
            <a:rPr lang="ru-RU" b="0" i="0" dirty="0" err="1"/>
            <a:t>сильних</a:t>
          </a:r>
          <a:r>
            <a:rPr lang="ru-RU" b="0" i="0" dirty="0"/>
            <a:t> і </a:t>
          </a:r>
          <a:r>
            <a:rPr lang="ru-RU" b="0" i="0" dirty="0" err="1"/>
            <a:t>слабких</a:t>
          </a:r>
          <a:r>
            <a:rPr lang="ru-RU" b="0" i="0" dirty="0"/>
            <a:t> </a:t>
          </a:r>
          <a:r>
            <a:rPr lang="ru-RU" b="0" i="0" dirty="0" err="1"/>
            <a:t>сторін</a:t>
          </a:r>
          <a:r>
            <a:rPr lang="ru-RU" b="0" i="0" dirty="0"/>
            <a:t> моделей;</a:t>
          </a:r>
          <a:endParaRPr lang="ru-UA" dirty="0"/>
        </a:p>
      </dgm:t>
    </dgm:pt>
    <dgm:pt modelId="{D130D0B3-7CE5-4182-8CD7-B6B0827BC077}" type="parTrans" cxnId="{AD243C93-16FB-40C6-B4B8-8B3ECDF2FC46}">
      <dgm:prSet/>
      <dgm:spPr/>
      <dgm:t>
        <a:bodyPr/>
        <a:lstStyle/>
        <a:p>
          <a:endParaRPr lang="ru-UA"/>
        </a:p>
      </dgm:t>
    </dgm:pt>
    <dgm:pt modelId="{2F728213-71C9-4017-8196-C2EA730D3C79}" type="sibTrans" cxnId="{AD243C93-16FB-40C6-B4B8-8B3ECDF2FC46}">
      <dgm:prSet/>
      <dgm:spPr/>
      <dgm:t>
        <a:bodyPr/>
        <a:lstStyle/>
        <a:p>
          <a:endParaRPr lang="ru-UA"/>
        </a:p>
      </dgm:t>
    </dgm:pt>
    <dgm:pt modelId="{FACA9E29-653E-4AC7-8D6B-4010BD9DCC15}" type="pres">
      <dgm:prSet presAssocID="{4E6E3B44-84DB-4900-B1B4-588516A80FB0}" presName="Name0" presStyleCnt="0">
        <dgm:presLayoutVars>
          <dgm:dir/>
          <dgm:animLvl val="lvl"/>
          <dgm:resizeHandles val="exact"/>
        </dgm:presLayoutVars>
      </dgm:prSet>
      <dgm:spPr/>
    </dgm:pt>
    <dgm:pt modelId="{E6920B4A-A5B3-44A5-8EA4-600516EB98C2}" type="pres">
      <dgm:prSet presAssocID="{07F5E26D-E128-464A-9E46-1BCD1D10BBAE}" presName="composite" presStyleCnt="0"/>
      <dgm:spPr/>
    </dgm:pt>
    <dgm:pt modelId="{6CC6498C-5A96-4EB2-AF09-2D80678EE226}" type="pres">
      <dgm:prSet presAssocID="{07F5E26D-E128-464A-9E46-1BCD1D10BBA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1715FFD-ED96-4514-AD9C-5EC00A2B03D4}" type="pres">
      <dgm:prSet presAssocID="{07F5E26D-E128-464A-9E46-1BCD1D10BBAE}" presName="desTx" presStyleLbl="alignAccFollowNode1" presStyleIdx="0" presStyleCnt="3">
        <dgm:presLayoutVars>
          <dgm:bulletEnabled val="1"/>
        </dgm:presLayoutVars>
      </dgm:prSet>
      <dgm:spPr/>
    </dgm:pt>
    <dgm:pt modelId="{E5E22E94-242A-4E3D-AD1C-FFAB4EFD1894}" type="pres">
      <dgm:prSet presAssocID="{67D68C5F-A6A0-488A-8CCA-6D59E3AF3904}" presName="space" presStyleCnt="0"/>
      <dgm:spPr/>
    </dgm:pt>
    <dgm:pt modelId="{329DD7B1-BFD8-47FF-974C-5662B275DAD0}" type="pres">
      <dgm:prSet presAssocID="{0606A83B-6515-4E42-9852-4B717EF2B33C}" presName="composite" presStyleCnt="0"/>
      <dgm:spPr/>
    </dgm:pt>
    <dgm:pt modelId="{A7A4B42B-3E19-44FC-BC44-691F27609B6F}" type="pres">
      <dgm:prSet presAssocID="{0606A83B-6515-4E42-9852-4B717EF2B33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80D151E-A99E-485B-97AE-A24B52CABBFA}" type="pres">
      <dgm:prSet presAssocID="{0606A83B-6515-4E42-9852-4B717EF2B33C}" presName="desTx" presStyleLbl="alignAccFollowNode1" presStyleIdx="1" presStyleCnt="3">
        <dgm:presLayoutVars>
          <dgm:bulletEnabled val="1"/>
        </dgm:presLayoutVars>
      </dgm:prSet>
      <dgm:spPr/>
    </dgm:pt>
    <dgm:pt modelId="{E6761CF5-F1D3-4866-B1E8-CA33C4FE2A70}" type="pres">
      <dgm:prSet presAssocID="{D21EE03B-6491-4581-8242-57A74EB74A39}" presName="space" presStyleCnt="0"/>
      <dgm:spPr/>
    </dgm:pt>
    <dgm:pt modelId="{9404F787-2C3D-49C2-9938-24DAEB9EBB7A}" type="pres">
      <dgm:prSet presAssocID="{AA99397A-CAA5-4C53-A77E-1DA63806813E}" presName="composite" presStyleCnt="0"/>
      <dgm:spPr/>
    </dgm:pt>
    <dgm:pt modelId="{399EFB45-F284-4897-8389-A1E94E5CC080}" type="pres">
      <dgm:prSet presAssocID="{AA99397A-CAA5-4C53-A77E-1DA63806813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A6F5890-7148-4019-9E7B-805DF79B31A6}" type="pres">
      <dgm:prSet presAssocID="{AA99397A-CAA5-4C53-A77E-1DA63806813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0761F06-4243-40A7-83A8-FFA201F73A9C}" type="presOf" srcId="{46771043-FE37-4D2A-9F1A-4671B76B9008}" destId="{1A6F5890-7148-4019-9E7B-805DF79B31A6}" srcOrd="0" destOrd="4" presId="urn:microsoft.com/office/officeart/2005/8/layout/hList1"/>
    <dgm:cxn modelId="{37DC4D06-CB9C-4D8C-8173-ECD05D0EF150}" type="presOf" srcId="{4E6E3B44-84DB-4900-B1B4-588516A80FB0}" destId="{FACA9E29-653E-4AC7-8D6B-4010BD9DCC15}" srcOrd="0" destOrd="0" presId="urn:microsoft.com/office/officeart/2005/8/layout/hList1"/>
    <dgm:cxn modelId="{E943260A-472C-4BE7-AC5B-7A4EC2F8ECE7}" srcId="{AA99397A-CAA5-4C53-A77E-1DA63806813E}" destId="{3D42A11B-2AC4-42A3-9D6A-C1FB6AA173BE}" srcOrd="0" destOrd="0" parTransId="{235E0C88-BB31-4202-A1A5-E193EDA036FD}" sibTransId="{FF51EED1-D2C5-4351-B191-A4B24C952267}"/>
    <dgm:cxn modelId="{2B5AEE12-AEA8-4E7B-A608-457D04D65388}" type="presOf" srcId="{9C0C7D1B-8496-419C-AE38-A6E467A60900}" destId="{91715FFD-ED96-4514-AD9C-5EC00A2B03D4}" srcOrd="0" destOrd="2" presId="urn:microsoft.com/office/officeart/2005/8/layout/hList1"/>
    <dgm:cxn modelId="{1574E21A-4DBF-4329-A602-F57C185516ED}" srcId="{0606A83B-6515-4E42-9852-4B717EF2B33C}" destId="{C9E63411-3D01-4DAE-A6B9-7B5B1FDB7499}" srcOrd="2" destOrd="0" parTransId="{C21813A2-6346-4141-95DB-16104F3D2905}" sibTransId="{1EF6C7CB-16FD-4506-9745-58F6ABB00596}"/>
    <dgm:cxn modelId="{86E7C724-728B-457C-BEAD-486682036B4B}" type="presOf" srcId="{10DCEFAB-3111-496E-B200-14D62718643F}" destId="{91715FFD-ED96-4514-AD9C-5EC00A2B03D4}" srcOrd="0" destOrd="3" presId="urn:microsoft.com/office/officeart/2005/8/layout/hList1"/>
    <dgm:cxn modelId="{51DDB53E-84C8-4BC2-A8DD-39C8A034F417}" srcId="{0606A83B-6515-4E42-9852-4B717EF2B33C}" destId="{F783E6B8-ABDD-4CCB-8AAC-E071E6B07EFC}" srcOrd="1" destOrd="0" parTransId="{37A48B60-B8AF-4A9E-9D5E-5CC66B345A0E}" sibTransId="{99242B7E-D99D-4267-AC5A-E0AAE57064F9}"/>
    <dgm:cxn modelId="{D0032F61-3BBB-4C1B-A300-8FD9D7920751}" type="presOf" srcId="{C04863BB-939B-4514-B721-7378E61C8E37}" destId="{580D151E-A99E-485B-97AE-A24B52CABBFA}" srcOrd="0" destOrd="3" presId="urn:microsoft.com/office/officeart/2005/8/layout/hList1"/>
    <dgm:cxn modelId="{D58B5066-5F81-432D-8FB6-5A88448E84D9}" type="presOf" srcId="{C9E63411-3D01-4DAE-A6B9-7B5B1FDB7499}" destId="{580D151E-A99E-485B-97AE-A24B52CABBFA}" srcOrd="0" destOrd="2" presId="urn:microsoft.com/office/officeart/2005/8/layout/hList1"/>
    <dgm:cxn modelId="{D599366C-324D-4A86-8487-83D8B653799E}" type="presOf" srcId="{14C524A4-63C3-4373-8862-6815ECDEAC3D}" destId="{580D151E-A99E-485B-97AE-A24B52CABBFA}" srcOrd="0" destOrd="0" presId="urn:microsoft.com/office/officeart/2005/8/layout/hList1"/>
    <dgm:cxn modelId="{F554447A-7307-4551-B0A2-2845D62088DB}" srcId="{AA99397A-CAA5-4C53-A77E-1DA63806813E}" destId="{EC68BAD0-F3F5-45A8-B841-21A9C5D11FC2}" srcOrd="1" destOrd="0" parTransId="{0C057F7B-FBA5-44A7-9218-9949E26797CA}" sibTransId="{081B8563-7425-43FA-BE8D-DBB15EAC7A3B}"/>
    <dgm:cxn modelId="{0D89CD7F-F2CF-4D7D-A260-4EC81D44F73A}" srcId="{0606A83B-6515-4E42-9852-4B717EF2B33C}" destId="{1D611F09-34C7-44A6-8869-F9851C8BB040}" srcOrd="4" destOrd="0" parTransId="{2DEDDA08-7FA8-4FC3-A089-5D4F2AACF64B}" sibTransId="{710EA3CC-AC10-455B-8DE0-D10525B4AE2E}"/>
    <dgm:cxn modelId="{20FF3993-BA89-4D9E-A850-869E5644E403}" srcId="{07F5E26D-E128-464A-9E46-1BCD1D10BBAE}" destId="{10DCEFAB-3111-496E-B200-14D62718643F}" srcOrd="3" destOrd="0" parTransId="{2DDAA505-0647-46BF-8FA9-A4A5F1D86FB5}" sibTransId="{918C6F25-2F25-40D7-AA2E-091518350300}"/>
    <dgm:cxn modelId="{AD243C93-16FB-40C6-B4B8-8B3ECDF2FC46}" srcId="{AA99397A-CAA5-4C53-A77E-1DA63806813E}" destId="{C76D4986-B692-4C0E-BAEA-47CF29FD68F7}" srcOrd="2" destOrd="0" parTransId="{D130D0B3-7CE5-4182-8CD7-B6B0827BC077}" sibTransId="{2F728213-71C9-4017-8196-C2EA730D3C79}"/>
    <dgm:cxn modelId="{AA7D3B95-5D7E-4F82-AFFE-913FCE85C04E}" type="presOf" srcId="{0606A83B-6515-4E42-9852-4B717EF2B33C}" destId="{A7A4B42B-3E19-44FC-BC44-691F27609B6F}" srcOrd="0" destOrd="0" presId="urn:microsoft.com/office/officeart/2005/8/layout/hList1"/>
    <dgm:cxn modelId="{E3D48D96-7CA9-4302-AA62-CC2616C75F7D}" type="presOf" srcId="{E8CBF224-B23E-4319-92B9-DA5FB88E1089}" destId="{91715FFD-ED96-4514-AD9C-5EC00A2B03D4}" srcOrd="0" destOrd="1" presId="urn:microsoft.com/office/officeart/2005/8/layout/hList1"/>
    <dgm:cxn modelId="{7726B696-407C-45EC-94A4-BF411F6E4FA5}" srcId="{4E6E3B44-84DB-4900-B1B4-588516A80FB0}" destId="{07F5E26D-E128-464A-9E46-1BCD1D10BBAE}" srcOrd="0" destOrd="0" parTransId="{DB5F768C-FD87-4C94-9B6F-C4FA2BA02E63}" sibTransId="{67D68C5F-A6A0-488A-8CCA-6D59E3AF3904}"/>
    <dgm:cxn modelId="{D49E1F9D-97BE-41ED-ABF7-40829991518C}" srcId="{0606A83B-6515-4E42-9852-4B717EF2B33C}" destId="{14C524A4-63C3-4373-8862-6815ECDEAC3D}" srcOrd="0" destOrd="0" parTransId="{A6EB144C-FD33-4BEF-9C06-C8889E2427FF}" sibTransId="{4FAA7912-0932-4B2B-8D6E-3F5AB7540A5A}"/>
    <dgm:cxn modelId="{256EE7A3-F41E-4B81-ABBF-057B363CAE5D}" type="presOf" srcId="{1D611F09-34C7-44A6-8869-F9851C8BB040}" destId="{580D151E-A99E-485B-97AE-A24B52CABBFA}" srcOrd="0" destOrd="4" presId="urn:microsoft.com/office/officeart/2005/8/layout/hList1"/>
    <dgm:cxn modelId="{0EC0D3AA-C7AF-4468-9AA8-3249F4EE5C57}" type="presOf" srcId="{3D42A11B-2AC4-42A3-9D6A-C1FB6AA173BE}" destId="{1A6F5890-7148-4019-9E7B-805DF79B31A6}" srcOrd="0" destOrd="0" presId="urn:microsoft.com/office/officeart/2005/8/layout/hList1"/>
    <dgm:cxn modelId="{6BAD9BAE-7611-4C43-8287-B063045091F0}" srcId="{07F5E26D-E128-464A-9E46-1BCD1D10BBAE}" destId="{EC343DCA-1E8B-4E88-8337-00490463E9AE}" srcOrd="0" destOrd="0" parTransId="{D7560F02-187D-4804-AEF9-B8398E814247}" sibTransId="{DC0DD694-564C-4173-964F-765F20BE3E6F}"/>
    <dgm:cxn modelId="{B8FF8BB6-6C5D-472C-BE8A-1E272114CCEE}" srcId="{AA99397A-CAA5-4C53-A77E-1DA63806813E}" destId="{055D13F6-F56D-4774-ABBC-A75E0673988C}" srcOrd="3" destOrd="0" parTransId="{4EBDC6D1-543A-4BCC-A0D2-06AA79C4D80C}" sibTransId="{65646FF9-542E-4667-AA64-1673D56AB024}"/>
    <dgm:cxn modelId="{AA97A1BF-6D35-4E63-BCCE-E797FABC5660}" srcId="{0606A83B-6515-4E42-9852-4B717EF2B33C}" destId="{C04863BB-939B-4514-B721-7378E61C8E37}" srcOrd="3" destOrd="0" parTransId="{24C16A98-F340-4322-A3DC-36F6B12D664F}" sibTransId="{8FF29E7A-DEF6-4549-A714-F311C2DCD97D}"/>
    <dgm:cxn modelId="{810082C1-4121-41AD-95A8-FFEED3C60181}" type="presOf" srcId="{EC343DCA-1E8B-4E88-8337-00490463E9AE}" destId="{91715FFD-ED96-4514-AD9C-5EC00A2B03D4}" srcOrd="0" destOrd="0" presId="urn:microsoft.com/office/officeart/2005/8/layout/hList1"/>
    <dgm:cxn modelId="{E01E3EC3-1F6E-4A65-8713-B6AC407A65B3}" srcId="{4E6E3B44-84DB-4900-B1B4-588516A80FB0}" destId="{0606A83B-6515-4E42-9852-4B717EF2B33C}" srcOrd="1" destOrd="0" parTransId="{2689F198-539D-437F-BCAC-C13A20DD0010}" sibTransId="{D21EE03B-6491-4581-8242-57A74EB74A39}"/>
    <dgm:cxn modelId="{02BC1EC5-DEC6-4998-8F72-B9C4E0DEA13B}" type="presOf" srcId="{F783E6B8-ABDD-4CCB-8AAC-E071E6B07EFC}" destId="{580D151E-A99E-485B-97AE-A24B52CABBFA}" srcOrd="0" destOrd="1" presId="urn:microsoft.com/office/officeart/2005/8/layout/hList1"/>
    <dgm:cxn modelId="{DC0F90CF-0A68-4504-A848-0CF02BF8E666}" type="presOf" srcId="{07F5E26D-E128-464A-9E46-1BCD1D10BBAE}" destId="{6CC6498C-5A96-4EB2-AF09-2D80678EE226}" srcOrd="0" destOrd="0" presId="urn:microsoft.com/office/officeart/2005/8/layout/hList1"/>
    <dgm:cxn modelId="{6D18B6D2-59BC-4D54-8600-38582261B67E}" type="presOf" srcId="{EC68BAD0-F3F5-45A8-B841-21A9C5D11FC2}" destId="{1A6F5890-7148-4019-9E7B-805DF79B31A6}" srcOrd="0" destOrd="1" presId="urn:microsoft.com/office/officeart/2005/8/layout/hList1"/>
    <dgm:cxn modelId="{28A6CDDB-7F6F-4C3E-9E28-9E6536F93EA6}" srcId="{AA99397A-CAA5-4C53-A77E-1DA63806813E}" destId="{46771043-FE37-4D2A-9F1A-4671B76B9008}" srcOrd="4" destOrd="0" parTransId="{888122E2-1764-4DD7-BE6C-E4AFCA5D843D}" sibTransId="{B31E59F7-2CF2-4C39-A533-7D610B2D3EC0}"/>
    <dgm:cxn modelId="{ED8148E4-3029-4BF7-8935-6178262A8FDF}" srcId="{07F5E26D-E128-464A-9E46-1BCD1D10BBAE}" destId="{9C0C7D1B-8496-419C-AE38-A6E467A60900}" srcOrd="2" destOrd="0" parTransId="{6F428E7A-8610-48F1-83D1-31ED9A73631D}" sibTransId="{0C9ED460-349B-4158-BCFD-BCEDEA9D5D2F}"/>
    <dgm:cxn modelId="{1CC05BED-7E52-4979-A4D5-AE102B71E604}" type="presOf" srcId="{AA99397A-CAA5-4C53-A77E-1DA63806813E}" destId="{399EFB45-F284-4897-8389-A1E94E5CC080}" srcOrd="0" destOrd="0" presId="urn:microsoft.com/office/officeart/2005/8/layout/hList1"/>
    <dgm:cxn modelId="{76A90EF0-7F84-4E79-B3AA-9C67ED02D6FA}" type="presOf" srcId="{C76D4986-B692-4C0E-BAEA-47CF29FD68F7}" destId="{1A6F5890-7148-4019-9E7B-805DF79B31A6}" srcOrd="0" destOrd="2" presId="urn:microsoft.com/office/officeart/2005/8/layout/hList1"/>
    <dgm:cxn modelId="{BA31BFF2-1B28-418D-BB1F-F0AA160C2ABF}" type="presOf" srcId="{055D13F6-F56D-4774-ABBC-A75E0673988C}" destId="{1A6F5890-7148-4019-9E7B-805DF79B31A6}" srcOrd="0" destOrd="3" presId="urn:microsoft.com/office/officeart/2005/8/layout/hList1"/>
    <dgm:cxn modelId="{66A055F4-8270-4815-B29B-C18934E02A21}" srcId="{07F5E26D-E128-464A-9E46-1BCD1D10BBAE}" destId="{E8CBF224-B23E-4319-92B9-DA5FB88E1089}" srcOrd="1" destOrd="0" parTransId="{B9197B1B-7BBE-4FE6-947E-DCA2E8D45138}" sibTransId="{DFCAA2DD-83FB-4DB6-B453-E85106213B81}"/>
    <dgm:cxn modelId="{A36388FF-BF04-4F9E-B512-96C3E9B14185}" srcId="{4E6E3B44-84DB-4900-B1B4-588516A80FB0}" destId="{AA99397A-CAA5-4C53-A77E-1DA63806813E}" srcOrd="2" destOrd="0" parTransId="{2BD2B3F8-CBA1-46A3-A82F-503967042CE0}" sibTransId="{70D71BFC-7AFC-4CA6-97E6-6D37008570A9}"/>
    <dgm:cxn modelId="{59B212A9-8D74-41A0-9F15-8BE3FDD69965}" type="presParOf" srcId="{FACA9E29-653E-4AC7-8D6B-4010BD9DCC15}" destId="{E6920B4A-A5B3-44A5-8EA4-600516EB98C2}" srcOrd="0" destOrd="0" presId="urn:microsoft.com/office/officeart/2005/8/layout/hList1"/>
    <dgm:cxn modelId="{18BAE5E9-704F-43E0-8343-3F431A1DCA90}" type="presParOf" srcId="{E6920B4A-A5B3-44A5-8EA4-600516EB98C2}" destId="{6CC6498C-5A96-4EB2-AF09-2D80678EE226}" srcOrd="0" destOrd="0" presId="urn:microsoft.com/office/officeart/2005/8/layout/hList1"/>
    <dgm:cxn modelId="{96B3BE13-2A4B-4301-8187-4A17855B87C5}" type="presParOf" srcId="{E6920B4A-A5B3-44A5-8EA4-600516EB98C2}" destId="{91715FFD-ED96-4514-AD9C-5EC00A2B03D4}" srcOrd="1" destOrd="0" presId="urn:microsoft.com/office/officeart/2005/8/layout/hList1"/>
    <dgm:cxn modelId="{FB2981FE-14BF-4FD2-A9D1-452F910AE4CE}" type="presParOf" srcId="{FACA9E29-653E-4AC7-8D6B-4010BD9DCC15}" destId="{E5E22E94-242A-4E3D-AD1C-FFAB4EFD1894}" srcOrd="1" destOrd="0" presId="urn:microsoft.com/office/officeart/2005/8/layout/hList1"/>
    <dgm:cxn modelId="{841EE699-9C38-40AA-9F20-8D4B7294515C}" type="presParOf" srcId="{FACA9E29-653E-4AC7-8D6B-4010BD9DCC15}" destId="{329DD7B1-BFD8-47FF-974C-5662B275DAD0}" srcOrd="2" destOrd="0" presId="urn:microsoft.com/office/officeart/2005/8/layout/hList1"/>
    <dgm:cxn modelId="{5648A4EF-ED7E-4A42-8A23-4CE21B6844F0}" type="presParOf" srcId="{329DD7B1-BFD8-47FF-974C-5662B275DAD0}" destId="{A7A4B42B-3E19-44FC-BC44-691F27609B6F}" srcOrd="0" destOrd="0" presId="urn:microsoft.com/office/officeart/2005/8/layout/hList1"/>
    <dgm:cxn modelId="{2F9DF55C-1180-4023-9169-82F9C28A851A}" type="presParOf" srcId="{329DD7B1-BFD8-47FF-974C-5662B275DAD0}" destId="{580D151E-A99E-485B-97AE-A24B52CABBFA}" srcOrd="1" destOrd="0" presId="urn:microsoft.com/office/officeart/2005/8/layout/hList1"/>
    <dgm:cxn modelId="{C87C4E14-83DD-455C-982E-6E91DFA8D1FF}" type="presParOf" srcId="{FACA9E29-653E-4AC7-8D6B-4010BD9DCC15}" destId="{E6761CF5-F1D3-4866-B1E8-CA33C4FE2A70}" srcOrd="3" destOrd="0" presId="urn:microsoft.com/office/officeart/2005/8/layout/hList1"/>
    <dgm:cxn modelId="{56B95E6B-5E45-483B-853B-90E89FFFBB0A}" type="presParOf" srcId="{FACA9E29-653E-4AC7-8D6B-4010BD9DCC15}" destId="{9404F787-2C3D-49C2-9938-24DAEB9EBB7A}" srcOrd="4" destOrd="0" presId="urn:microsoft.com/office/officeart/2005/8/layout/hList1"/>
    <dgm:cxn modelId="{769E2A7F-6518-4F66-9121-4CD3A6287181}" type="presParOf" srcId="{9404F787-2C3D-49C2-9938-24DAEB9EBB7A}" destId="{399EFB45-F284-4897-8389-A1E94E5CC080}" srcOrd="0" destOrd="0" presId="urn:microsoft.com/office/officeart/2005/8/layout/hList1"/>
    <dgm:cxn modelId="{13BE0B41-4951-43B5-A186-526813F03C2D}" type="presParOf" srcId="{9404F787-2C3D-49C2-9938-24DAEB9EBB7A}" destId="{1A6F5890-7148-4019-9E7B-805DF79B31A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D96DA2-A7A9-4CD8-8E33-6CE1180A8460}" type="doc">
      <dgm:prSet loTypeId="urn:microsoft.com/office/officeart/2005/8/layout/radial1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ru-UA"/>
        </a:p>
      </dgm:t>
    </dgm:pt>
    <dgm:pt modelId="{E6D24A2D-EDD1-4758-A8B8-99BB602ED52D}">
      <dgm:prSet phldrT="[Текст]" phldr="0" custT="1"/>
      <dgm:spPr/>
      <dgm:t>
        <a:bodyPr/>
        <a:lstStyle/>
        <a:p>
          <a:r>
            <a:rPr lang="uk-UA" sz="1100" dirty="0"/>
            <a:t>Аномалії</a:t>
          </a:r>
          <a:endParaRPr lang="ru-UA" sz="1100" dirty="0"/>
        </a:p>
      </dgm:t>
    </dgm:pt>
    <dgm:pt modelId="{B87F5501-F4FC-4DD8-B78B-C49010E72C95}" type="parTrans" cxnId="{4A8C3643-940E-4B23-9DB8-4033FE72A75E}">
      <dgm:prSet/>
      <dgm:spPr/>
      <dgm:t>
        <a:bodyPr/>
        <a:lstStyle/>
        <a:p>
          <a:endParaRPr lang="ru-UA" sz="1800"/>
        </a:p>
      </dgm:t>
    </dgm:pt>
    <dgm:pt modelId="{820738A3-47B6-4AB3-AF72-66E2F939D99C}" type="sibTrans" cxnId="{4A8C3643-940E-4B23-9DB8-4033FE72A75E}">
      <dgm:prSet/>
      <dgm:spPr/>
      <dgm:t>
        <a:bodyPr/>
        <a:lstStyle/>
        <a:p>
          <a:endParaRPr lang="ru-UA" sz="1800"/>
        </a:p>
      </dgm:t>
    </dgm:pt>
    <dgm:pt modelId="{EEB26D0B-BF5F-4A8B-88C1-80179534A4B3}">
      <dgm:prSet phldrT="[Текст]" phldr="0" custT="1"/>
      <dgm:spPr/>
      <dgm:t>
        <a:bodyPr/>
        <a:lstStyle/>
        <a:p>
          <a:r>
            <a:rPr lang="uk-UA" sz="900" dirty="0"/>
            <a:t>Точкові</a:t>
          </a:r>
          <a:endParaRPr lang="ru-UA" sz="900" dirty="0"/>
        </a:p>
      </dgm:t>
    </dgm:pt>
    <dgm:pt modelId="{5B90C415-9CBD-4347-AE33-30F03F4C0AB7}" type="parTrans" cxnId="{38E41F2B-8C3E-41B2-B374-FA4492867145}">
      <dgm:prSet custT="1"/>
      <dgm:spPr/>
      <dgm:t>
        <a:bodyPr/>
        <a:lstStyle/>
        <a:p>
          <a:endParaRPr lang="ru-UA" sz="500"/>
        </a:p>
      </dgm:t>
    </dgm:pt>
    <dgm:pt modelId="{1EC8B1B4-6436-4AD2-BE9D-D1C0DF049DF1}" type="sibTrans" cxnId="{38E41F2B-8C3E-41B2-B374-FA4492867145}">
      <dgm:prSet/>
      <dgm:spPr/>
      <dgm:t>
        <a:bodyPr/>
        <a:lstStyle/>
        <a:p>
          <a:endParaRPr lang="ru-UA" sz="1800"/>
        </a:p>
      </dgm:t>
    </dgm:pt>
    <dgm:pt modelId="{D88436A4-09B0-45A2-8BA7-A3419CF321CA}">
      <dgm:prSet phldrT="[Текст]" phldr="0" custT="1"/>
      <dgm:spPr/>
      <dgm:t>
        <a:bodyPr/>
        <a:lstStyle/>
        <a:p>
          <a:r>
            <a:rPr lang="uk-UA" sz="900" dirty="0"/>
            <a:t>Частотні</a:t>
          </a:r>
          <a:endParaRPr lang="ru-UA" sz="900" dirty="0"/>
        </a:p>
      </dgm:t>
    </dgm:pt>
    <dgm:pt modelId="{ACBD996C-0216-431D-8387-C0C93D478C55}" type="parTrans" cxnId="{21333130-8E6A-4DBE-8689-7CFF5428CE94}">
      <dgm:prSet custT="1"/>
      <dgm:spPr/>
      <dgm:t>
        <a:bodyPr/>
        <a:lstStyle/>
        <a:p>
          <a:endParaRPr lang="ru-UA" sz="500"/>
        </a:p>
      </dgm:t>
    </dgm:pt>
    <dgm:pt modelId="{0FDEABD1-06AB-4B56-9031-9AAA84520BD3}" type="sibTrans" cxnId="{21333130-8E6A-4DBE-8689-7CFF5428CE94}">
      <dgm:prSet/>
      <dgm:spPr/>
      <dgm:t>
        <a:bodyPr/>
        <a:lstStyle/>
        <a:p>
          <a:endParaRPr lang="ru-UA" sz="1800"/>
        </a:p>
      </dgm:t>
    </dgm:pt>
    <dgm:pt modelId="{AD635107-3458-42E5-8E30-F1E5DA91EDED}">
      <dgm:prSet phldrT="[Текст]" phldr="0" custT="1"/>
      <dgm:spPr/>
      <dgm:t>
        <a:bodyPr/>
        <a:lstStyle/>
        <a:p>
          <a:r>
            <a:rPr lang="uk-UA" sz="900" dirty="0"/>
            <a:t>Затримки</a:t>
          </a:r>
          <a:endParaRPr lang="ru-UA" sz="900" dirty="0"/>
        </a:p>
      </dgm:t>
    </dgm:pt>
    <dgm:pt modelId="{5755D1E4-1FAD-4500-A934-1C1694C50B3E}" type="parTrans" cxnId="{073ED47A-A1A9-4A92-8563-ED284BF489C6}">
      <dgm:prSet custT="1"/>
      <dgm:spPr/>
      <dgm:t>
        <a:bodyPr/>
        <a:lstStyle/>
        <a:p>
          <a:endParaRPr lang="ru-UA" sz="500"/>
        </a:p>
      </dgm:t>
    </dgm:pt>
    <dgm:pt modelId="{E870C81D-7600-4E8F-B32C-2D311C3BD968}" type="sibTrans" cxnId="{073ED47A-A1A9-4A92-8563-ED284BF489C6}">
      <dgm:prSet/>
      <dgm:spPr/>
      <dgm:t>
        <a:bodyPr/>
        <a:lstStyle/>
        <a:p>
          <a:endParaRPr lang="ru-UA" sz="1800"/>
        </a:p>
      </dgm:t>
    </dgm:pt>
    <dgm:pt modelId="{1157A264-C684-4CEF-A724-614CA376736B}">
      <dgm:prSet phldrT="[Текст]" phldr="0" custT="1"/>
      <dgm:spPr/>
      <dgm:t>
        <a:bodyPr/>
        <a:lstStyle/>
        <a:p>
          <a:r>
            <a:rPr lang="uk-UA" sz="900" dirty="0"/>
            <a:t>Послідовні</a:t>
          </a:r>
          <a:endParaRPr lang="ru-UA" sz="900" dirty="0"/>
        </a:p>
      </dgm:t>
    </dgm:pt>
    <dgm:pt modelId="{87669A96-EC3D-4843-8DC2-F157E4A89A5D}" type="parTrans" cxnId="{D0213D31-2052-4570-8B7C-3C8B2A850E2D}">
      <dgm:prSet custT="1"/>
      <dgm:spPr/>
      <dgm:t>
        <a:bodyPr/>
        <a:lstStyle/>
        <a:p>
          <a:endParaRPr lang="ru-UA" sz="500"/>
        </a:p>
      </dgm:t>
    </dgm:pt>
    <dgm:pt modelId="{2CB50F1D-3C9A-44B8-84E6-F5DFDBB6A364}" type="sibTrans" cxnId="{D0213D31-2052-4570-8B7C-3C8B2A850E2D}">
      <dgm:prSet/>
      <dgm:spPr/>
      <dgm:t>
        <a:bodyPr/>
        <a:lstStyle/>
        <a:p>
          <a:endParaRPr lang="ru-UA" sz="1800"/>
        </a:p>
      </dgm:t>
    </dgm:pt>
    <dgm:pt modelId="{A945517F-DE5D-4413-93DF-1E288F6365EC}">
      <dgm:prSet phldrT="[Текст]" phldr="0" custT="1"/>
      <dgm:spPr/>
      <dgm:t>
        <a:bodyPr/>
        <a:lstStyle/>
        <a:p>
          <a:r>
            <a:rPr lang="uk-UA" sz="900"/>
            <a:t>Семантичні</a:t>
          </a:r>
          <a:endParaRPr lang="ru-UA" sz="900" dirty="0"/>
        </a:p>
      </dgm:t>
    </dgm:pt>
    <dgm:pt modelId="{2E63AAB6-3957-4ED7-B9EC-A77CDAE0ED3E}" type="parTrans" cxnId="{4FB1969F-84DE-461A-8FA6-650ABDC4A43B}">
      <dgm:prSet custT="1"/>
      <dgm:spPr/>
      <dgm:t>
        <a:bodyPr/>
        <a:lstStyle/>
        <a:p>
          <a:endParaRPr lang="ru-UA" sz="500"/>
        </a:p>
      </dgm:t>
    </dgm:pt>
    <dgm:pt modelId="{CF7D29DA-404B-4022-8853-BEF4B9F2A335}" type="sibTrans" cxnId="{4FB1969F-84DE-461A-8FA6-650ABDC4A43B}">
      <dgm:prSet/>
      <dgm:spPr/>
      <dgm:t>
        <a:bodyPr/>
        <a:lstStyle/>
        <a:p>
          <a:endParaRPr lang="ru-UA" sz="1800"/>
        </a:p>
      </dgm:t>
    </dgm:pt>
    <dgm:pt modelId="{4C673968-53B5-456A-8EF0-107EB0F9008D}" type="pres">
      <dgm:prSet presAssocID="{9CD96DA2-A7A9-4CD8-8E33-6CE1180A846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2DB8DE7-D906-4F60-8472-8E42700CFCA8}" type="pres">
      <dgm:prSet presAssocID="{E6D24A2D-EDD1-4758-A8B8-99BB602ED52D}" presName="centerShape" presStyleLbl="node0" presStyleIdx="0" presStyleCnt="1"/>
      <dgm:spPr/>
    </dgm:pt>
    <dgm:pt modelId="{60FE1E15-A77E-4F4F-B8EC-8FAC027741FB}" type="pres">
      <dgm:prSet presAssocID="{5B90C415-9CBD-4347-AE33-30F03F4C0AB7}" presName="Name9" presStyleLbl="parChTrans1D2" presStyleIdx="0" presStyleCnt="5"/>
      <dgm:spPr/>
    </dgm:pt>
    <dgm:pt modelId="{3D1716A5-63A8-4F48-89B7-58C9B140F8F7}" type="pres">
      <dgm:prSet presAssocID="{5B90C415-9CBD-4347-AE33-30F03F4C0AB7}" presName="connTx" presStyleLbl="parChTrans1D2" presStyleIdx="0" presStyleCnt="5"/>
      <dgm:spPr/>
    </dgm:pt>
    <dgm:pt modelId="{3D02580E-63D5-4608-8C83-7AAF5ED37873}" type="pres">
      <dgm:prSet presAssocID="{EEB26D0B-BF5F-4A8B-88C1-80179534A4B3}" presName="node" presStyleLbl="node1" presStyleIdx="0" presStyleCnt="5">
        <dgm:presLayoutVars>
          <dgm:bulletEnabled val="1"/>
        </dgm:presLayoutVars>
      </dgm:prSet>
      <dgm:spPr/>
    </dgm:pt>
    <dgm:pt modelId="{D4C6A30C-EDC2-48F2-80E0-2530EFDA3254}" type="pres">
      <dgm:prSet presAssocID="{ACBD996C-0216-431D-8387-C0C93D478C55}" presName="Name9" presStyleLbl="parChTrans1D2" presStyleIdx="1" presStyleCnt="5"/>
      <dgm:spPr/>
    </dgm:pt>
    <dgm:pt modelId="{80F5B830-DDBF-4393-8575-F9B5267BCF15}" type="pres">
      <dgm:prSet presAssocID="{ACBD996C-0216-431D-8387-C0C93D478C55}" presName="connTx" presStyleLbl="parChTrans1D2" presStyleIdx="1" presStyleCnt="5"/>
      <dgm:spPr/>
    </dgm:pt>
    <dgm:pt modelId="{4EF5A7C3-12AC-4DE3-9CFB-9DF2735D2794}" type="pres">
      <dgm:prSet presAssocID="{D88436A4-09B0-45A2-8BA7-A3419CF321CA}" presName="node" presStyleLbl="node1" presStyleIdx="1" presStyleCnt="5">
        <dgm:presLayoutVars>
          <dgm:bulletEnabled val="1"/>
        </dgm:presLayoutVars>
      </dgm:prSet>
      <dgm:spPr/>
    </dgm:pt>
    <dgm:pt modelId="{8EEDF8EE-B7F0-497B-A746-CF8C2832088A}" type="pres">
      <dgm:prSet presAssocID="{5755D1E4-1FAD-4500-A934-1C1694C50B3E}" presName="Name9" presStyleLbl="parChTrans1D2" presStyleIdx="2" presStyleCnt="5"/>
      <dgm:spPr/>
    </dgm:pt>
    <dgm:pt modelId="{45D81092-99F2-48BF-BEAF-DB26F489ECAF}" type="pres">
      <dgm:prSet presAssocID="{5755D1E4-1FAD-4500-A934-1C1694C50B3E}" presName="connTx" presStyleLbl="parChTrans1D2" presStyleIdx="2" presStyleCnt="5"/>
      <dgm:spPr/>
    </dgm:pt>
    <dgm:pt modelId="{4A016650-54DA-42C1-B607-374700968BBC}" type="pres">
      <dgm:prSet presAssocID="{AD635107-3458-42E5-8E30-F1E5DA91EDED}" presName="node" presStyleLbl="node1" presStyleIdx="2" presStyleCnt="5">
        <dgm:presLayoutVars>
          <dgm:bulletEnabled val="1"/>
        </dgm:presLayoutVars>
      </dgm:prSet>
      <dgm:spPr/>
    </dgm:pt>
    <dgm:pt modelId="{C4A9B25B-2829-4C93-9BF0-8255781F253D}" type="pres">
      <dgm:prSet presAssocID="{87669A96-EC3D-4843-8DC2-F157E4A89A5D}" presName="Name9" presStyleLbl="parChTrans1D2" presStyleIdx="3" presStyleCnt="5"/>
      <dgm:spPr/>
    </dgm:pt>
    <dgm:pt modelId="{53ED1042-7693-4583-9DB1-AD126B95CAB5}" type="pres">
      <dgm:prSet presAssocID="{87669A96-EC3D-4843-8DC2-F157E4A89A5D}" presName="connTx" presStyleLbl="parChTrans1D2" presStyleIdx="3" presStyleCnt="5"/>
      <dgm:spPr/>
    </dgm:pt>
    <dgm:pt modelId="{39A7B56E-7EE6-43D8-91E0-36E799D6AAD3}" type="pres">
      <dgm:prSet presAssocID="{1157A264-C684-4CEF-A724-614CA376736B}" presName="node" presStyleLbl="node1" presStyleIdx="3" presStyleCnt="5">
        <dgm:presLayoutVars>
          <dgm:bulletEnabled val="1"/>
        </dgm:presLayoutVars>
      </dgm:prSet>
      <dgm:spPr/>
    </dgm:pt>
    <dgm:pt modelId="{01991A62-4BA8-48F3-AB40-E4F2EE5F608E}" type="pres">
      <dgm:prSet presAssocID="{2E63AAB6-3957-4ED7-B9EC-A77CDAE0ED3E}" presName="Name9" presStyleLbl="parChTrans1D2" presStyleIdx="4" presStyleCnt="5"/>
      <dgm:spPr/>
    </dgm:pt>
    <dgm:pt modelId="{7CBFD29A-933D-4700-ABFE-7E943A76D8E8}" type="pres">
      <dgm:prSet presAssocID="{2E63AAB6-3957-4ED7-B9EC-A77CDAE0ED3E}" presName="connTx" presStyleLbl="parChTrans1D2" presStyleIdx="4" presStyleCnt="5"/>
      <dgm:spPr/>
    </dgm:pt>
    <dgm:pt modelId="{577A996E-C128-47C6-B046-F6BB4F52E775}" type="pres">
      <dgm:prSet presAssocID="{A945517F-DE5D-4413-93DF-1E288F6365EC}" presName="node" presStyleLbl="node1" presStyleIdx="4" presStyleCnt="5">
        <dgm:presLayoutVars>
          <dgm:bulletEnabled val="1"/>
        </dgm:presLayoutVars>
      </dgm:prSet>
      <dgm:spPr/>
    </dgm:pt>
  </dgm:ptLst>
  <dgm:cxnLst>
    <dgm:cxn modelId="{C0C99801-0DAE-43DF-8771-476CA6C34137}" type="presOf" srcId="{2E63AAB6-3957-4ED7-B9EC-A77CDAE0ED3E}" destId="{7CBFD29A-933D-4700-ABFE-7E943A76D8E8}" srcOrd="1" destOrd="0" presId="urn:microsoft.com/office/officeart/2005/8/layout/radial1"/>
    <dgm:cxn modelId="{9E38BB05-83E3-4588-9572-A949404AE7FE}" type="presOf" srcId="{87669A96-EC3D-4843-8DC2-F157E4A89A5D}" destId="{53ED1042-7693-4583-9DB1-AD126B95CAB5}" srcOrd="1" destOrd="0" presId="urn:microsoft.com/office/officeart/2005/8/layout/radial1"/>
    <dgm:cxn modelId="{297A1409-4552-4197-A3EA-797432B1C4EC}" type="presOf" srcId="{ACBD996C-0216-431D-8387-C0C93D478C55}" destId="{80F5B830-DDBF-4393-8575-F9B5267BCF15}" srcOrd="1" destOrd="0" presId="urn:microsoft.com/office/officeart/2005/8/layout/radial1"/>
    <dgm:cxn modelId="{ED569B14-154A-4335-8C8E-8E172CC47D43}" type="presOf" srcId="{ACBD996C-0216-431D-8387-C0C93D478C55}" destId="{D4C6A30C-EDC2-48F2-80E0-2530EFDA3254}" srcOrd="0" destOrd="0" presId="urn:microsoft.com/office/officeart/2005/8/layout/radial1"/>
    <dgm:cxn modelId="{46B63E21-0310-4E9D-BFA8-E979393A9AA8}" type="presOf" srcId="{87669A96-EC3D-4843-8DC2-F157E4A89A5D}" destId="{C4A9B25B-2829-4C93-9BF0-8255781F253D}" srcOrd="0" destOrd="0" presId="urn:microsoft.com/office/officeart/2005/8/layout/radial1"/>
    <dgm:cxn modelId="{38E41F2B-8C3E-41B2-B374-FA4492867145}" srcId="{E6D24A2D-EDD1-4758-A8B8-99BB602ED52D}" destId="{EEB26D0B-BF5F-4A8B-88C1-80179534A4B3}" srcOrd="0" destOrd="0" parTransId="{5B90C415-9CBD-4347-AE33-30F03F4C0AB7}" sibTransId="{1EC8B1B4-6436-4AD2-BE9D-D1C0DF049DF1}"/>
    <dgm:cxn modelId="{21333130-8E6A-4DBE-8689-7CFF5428CE94}" srcId="{E6D24A2D-EDD1-4758-A8B8-99BB602ED52D}" destId="{D88436A4-09B0-45A2-8BA7-A3419CF321CA}" srcOrd="1" destOrd="0" parTransId="{ACBD996C-0216-431D-8387-C0C93D478C55}" sibTransId="{0FDEABD1-06AB-4B56-9031-9AAA84520BD3}"/>
    <dgm:cxn modelId="{D0213D31-2052-4570-8B7C-3C8B2A850E2D}" srcId="{E6D24A2D-EDD1-4758-A8B8-99BB602ED52D}" destId="{1157A264-C684-4CEF-A724-614CA376736B}" srcOrd="3" destOrd="0" parTransId="{87669A96-EC3D-4843-8DC2-F157E4A89A5D}" sibTransId="{2CB50F1D-3C9A-44B8-84E6-F5DFDBB6A364}"/>
    <dgm:cxn modelId="{4A8C3643-940E-4B23-9DB8-4033FE72A75E}" srcId="{9CD96DA2-A7A9-4CD8-8E33-6CE1180A8460}" destId="{E6D24A2D-EDD1-4758-A8B8-99BB602ED52D}" srcOrd="0" destOrd="0" parTransId="{B87F5501-F4FC-4DD8-B78B-C49010E72C95}" sibTransId="{820738A3-47B6-4AB3-AF72-66E2F939D99C}"/>
    <dgm:cxn modelId="{3D2A0B65-05EF-4F3E-BDFD-FFC3B012DFF1}" type="presOf" srcId="{5B90C415-9CBD-4347-AE33-30F03F4C0AB7}" destId="{60FE1E15-A77E-4F4F-B8EC-8FAC027741FB}" srcOrd="0" destOrd="0" presId="urn:microsoft.com/office/officeart/2005/8/layout/radial1"/>
    <dgm:cxn modelId="{B6426D65-0983-4175-8EAF-6388B23F51AD}" type="presOf" srcId="{EEB26D0B-BF5F-4A8B-88C1-80179534A4B3}" destId="{3D02580E-63D5-4608-8C83-7AAF5ED37873}" srcOrd="0" destOrd="0" presId="urn:microsoft.com/office/officeart/2005/8/layout/radial1"/>
    <dgm:cxn modelId="{60DF6054-F0F6-4673-BBDA-56606BF8EA95}" type="presOf" srcId="{5B90C415-9CBD-4347-AE33-30F03F4C0AB7}" destId="{3D1716A5-63A8-4F48-89B7-58C9B140F8F7}" srcOrd="1" destOrd="0" presId="urn:microsoft.com/office/officeart/2005/8/layout/radial1"/>
    <dgm:cxn modelId="{073ED47A-A1A9-4A92-8563-ED284BF489C6}" srcId="{E6D24A2D-EDD1-4758-A8B8-99BB602ED52D}" destId="{AD635107-3458-42E5-8E30-F1E5DA91EDED}" srcOrd="2" destOrd="0" parTransId="{5755D1E4-1FAD-4500-A934-1C1694C50B3E}" sibTransId="{E870C81D-7600-4E8F-B32C-2D311C3BD968}"/>
    <dgm:cxn modelId="{6549348A-C45A-472B-90E7-A3EB0347447F}" type="presOf" srcId="{2E63AAB6-3957-4ED7-B9EC-A77CDAE0ED3E}" destId="{01991A62-4BA8-48F3-AB40-E4F2EE5F608E}" srcOrd="0" destOrd="0" presId="urn:microsoft.com/office/officeart/2005/8/layout/radial1"/>
    <dgm:cxn modelId="{CD459D93-CA74-4877-89F2-8794053D4252}" type="presOf" srcId="{9CD96DA2-A7A9-4CD8-8E33-6CE1180A8460}" destId="{4C673968-53B5-456A-8EF0-107EB0F9008D}" srcOrd="0" destOrd="0" presId="urn:microsoft.com/office/officeart/2005/8/layout/radial1"/>
    <dgm:cxn modelId="{76C66694-D529-4F78-ACA9-F72E24514470}" type="presOf" srcId="{AD635107-3458-42E5-8E30-F1E5DA91EDED}" destId="{4A016650-54DA-42C1-B607-374700968BBC}" srcOrd="0" destOrd="0" presId="urn:microsoft.com/office/officeart/2005/8/layout/radial1"/>
    <dgm:cxn modelId="{4FB1969F-84DE-461A-8FA6-650ABDC4A43B}" srcId="{E6D24A2D-EDD1-4758-A8B8-99BB602ED52D}" destId="{A945517F-DE5D-4413-93DF-1E288F6365EC}" srcOrd="4" destOrd="0" parTransId="{2E63AAB6-3957-4ED7-B9EC-A77CDAE0ED3E}" sibTransId="{CF7D29DA-404B-4022-8853-BEF4B9F2A335}"/>
    <dgm:cxn modelId="{16E306A3-0175-4EAE-B637-E19F6B98EC4F}" type="presOf" srcId="{E6D24A2D-EDD1-4758-A8B8-99BB602ED52D}" destId="{B2DB8DE7-D906-4F60-8472-8E42700CFCA8}" srcOrd="0" destOrd="0" presId="urn:microsoft.com/office/officeart/2005/8/layout/radial1"/>
    <dgm:cxn modelId="{F6914EA9-E80A-42F1-9DA4-A50163DAE8D7}" type="presOf" srcId="{D88436A4-09B0-45A2-8BA7-A3419CF321CA}" destId="{4EF5A7C3-12AC-4DE3-9CFB-9DF2735D2794}" srcOrd="0" destOrd="0" presId="urn:microsoft.com/office/officeart/2005/8/layout/radial1"/>
    <dgm:cxn modelId="{7EFED7B7-E3DD-4DD1-9E44-81D5BA8687CB}" type="presOf" srcId="{5755D1E4-1FAD-4500-A934-1C1694C50B3E}" destId="{8EEDF8EE-B7F0-497B-A746-CF8C2832088A}" srcOrd="0" destOrd="0" presId="urn:microsoft.com/office/officeart/2005/8/layout/radial1"/>
    <dgm:cxn modelId="{F22C5DBB-1620-4A95-87E2-F97DF0147B35}" type="presOf" srcId="{5755D1E4-1FAD-4500-A934-1C1694C50B3E}" destId="{45D81092-99F2-48BF-BEAF-DB26F489ECAF}" srcOrd="1" destOrd="0" presId="urn:microsoft.com/office/officeart/2005/8/layout/radial1"/>
    <dgm:cxn modelId="{E89D2CC6-C04B-4D91-B98B-675A73D3031A}" type="presOf" srcId="{1157A264-C684-4CEF-A724-614CA376736B}" destId="{39A7B56E-7EE6-43D8-91E0-36E799D6AAD3}" srcOrd="0" destOrd="0" presId="urn:microsoft.com/office/officeart/2005/8/layout/radial1"/>
    <dgm:cxn modelId="{2197E3F2-B9B3-4465-8A74-B7AD7D3AF71E}" type="presOf" srcId="{A945517F-DE5D-4413-93DF-1E288F6365EC}" destId="{577A996E-C128-47C6-B046-F6BB4F52E775}" srcOrd="0" destOrd="0" presId="urn:microsoft.com/office/officeart/2005/8/layout/radial1"/>
    <dgm:cxn modelId="{B45D8361-940B-4015-A8AD-E1353192EF8B}" type="presParOf" srcId="{4C673968-53B5-456A-8EF0-107EB0F9008D}" destId="{B2DB8DE7-D906-4F60-8472-8E42700CFCA8}" srcOrd="0" destOrd="0" presId="urn:microsoft.com/office/officeart/2005/8/layout/radial1"/>
    <dgm:cxn modelId="{8E0958D4-D79E-4761-BD3C-480AE59A8DA1}" type="presParOf" srcId="{4C673968-53B5-456A-8EF0-107EB0F9008D}" destId="{60FE1E15-A77E-4F4F-B8EC-8FAC027741FB}" srcOrd="1" destOrd="0" presId="urn:microsoft.com/office/officeart/2005/8/layout/radial1"/>
    <dgm:cxn modelId="{4A1FDD85-6B69-43C9-BD97-BE892D927AE8}" type="presParOf" srcId="{60FE1E15-A77E-4F4F-B8EC-8FAC027741FB}" destId="{3D1716A5-63A8-4F48-89B7-58C9B140F8F7}" srcOrd="0" destOrd="0" presId="urn:microsoft.com/office/officeart/2005/8/layout/radial1"/>
    <dgm:cxn modelId="{7FA2317A-8A4A-431F-9DA0-8DDB60D43D6C}" type="presParOf" srcId="{4C673968-53B5-456A-8EF0-107EB0F9008D}" destId="{3D02580E-63D5-4608-8C83-7AAF5ED37873}" srcOrd="2" destOrd="0" presId="urn:microsoft.com/office/officeart/2005/8/layout/radial1"/>
    <dgm:cxn modelId="{CE33C265-8AAE-4B2C-912D-A4BD67977A42}" type="presParOf" srcId="{4C673968-53B5-456A-8EF0-107EB0F9008D}" destId="{D4C6A30C-EDC2-48F2-80E0-2530EFDA3254}" srcOrd="3" destOrd="0" presId="urn:microsoft.com/office/officeart/2005/8/layout/radial1"/>
    <dgm:cxn modelId="{D5E530A5-CD1B-40AC-9967-D506CCFE649B}" type="presParOf" srcId="{D4C6A30C-EDC2-48F2-80E0-2530EFDA3254}" destId="{80F5B830-DDBF-4393-8575-F9B5267BCF15}" srcOrd="0" destOrd="0" presId="urn:microsoft.com/office/officeart/2005/8/layout/radial1"/>
    <dgm:cxn modelId="{DAB7685B-251C-4695-9C42-C9E824954E6B}" type="presParOf" srcId="{4C673968-53B5-456A-8EF0-107EB0F9008D}" destId="{4EF5A7C3-12AC-4DE3-9CFB-9DF2735D2794}" srcOrd="4" destOrd="0" presId="urn:microsoft.com/office/officeart/2005/8/layout/radial1"/>
    <dgm:cxn modelId="{9BA8C0E2-8451-4D23-A9AD-06F292E51055}" type="presParOf" srcId="{4C673968-53B5-456A-8EF0-107EB0F9008D}" destId="{8EEDF8EE-B7F0-497B-A746-CF8C2832088A}" srcOrd="5" destOrd="0" presId="urn:microsoft.com/office/officeart/2005/8/layout/radial1"/>
    <dgm:cxn modelId="{9720958A-1339-463F-AED7-CF1F1A216A38}" type="presParOf" srcId="{8EEDF8EE-B7F0-497B-A746-CF8C2832088A}" destId="{45D81092-99F2-48BF-BEAF-DB26F489ECAF}" srcOrd="0" destOrd="0" presId="urn:microsoft.com/office/officeart/2005/8/layout/radial1"/>
    <dgm:cxn modelId="{F09E10D1-1AE6-476A-BDE6-3116A0223442}" type="presParOf" srcId="{4C673968-53B5-456A-8EF0-107EB0F9008D}" destId="{4A016650-54DA-42C1-B607-374700968BBC}" srcOrd="6" destOrd="0" presId="urn:microsoft.com/office/officeart/2005/8/layout/radial1"/>
    <dgm:cxn modelId="{73CC8078-EE4A-4F3F-B7C3-C8673C0002B4}" type="presParOf" srcId="{4C673968-53B5-456A-8EF0-107EB0F9008D}" destId="{C4A9B25B-2829-4C93-9BF0-8255781F253D}" srcOrd="7" destOrd="0" presId="urn:microsoft.com/office/officeart/2005/8/layout/radial1"/>
    <dgm:cxn modelId="{EDC4286C-060B-4169-9366-F940674A90D4}" type="presParOf" srcId="{C4A9B25B-2829-4C93-9BF0-8255781F253D}" destId="{53ED1042-7693-4583-9DB1-AD126B95CAB5}" srcOrd="0" destOrd="0" presId="urn:microsoft.com/office/officeart/2005/8/layout/radial1"/>
    <dgm:cxn modelId="{4FB0A457-ADFF-474D-A73F-EBAB7AB99383}" type="presParOf" srcId="{4C673968-53B5-456A-8EF0-107EB0F9008D}" destId="{39A7B56E-7EE6-43D8-91E0-36E799D6AAD3}" srcOrd="8" destOrd="0" presId="urn:microsoft.com/office/officeart/2005/8/layout/radial1"/>
    <dgm:cxn modelId="{653684BF-088C-43B1-9D3A-452087B9BC8F}" type="presParOf" srcId="{4C673968-53B5-456A-8EF0-107EB0F9008D}" destId="{01991A62-4BA8-48F3-AB40-E4F2EE5F608E}" srcOrd="9" destOrd="0" presId="urn:microsoft.com/office/officeart/2005/8/layout/radial1"/>
    <dgm:cxn modelId="{C697CB7C-7CB0-47CE-A29D-9781928842B9}" type="presParOf" srcId="{01991A62-4BA8-48F3-AB40-E4F2EE5F608E}" destId="{7CBFD29A-933D-4700-ABFE-7E943A76D8E8}" srcOrd="0" destOrd="0" presId="urn:microsoft.com/office/officeart/2005/8/layout/radial1"/>
    <dgm:cxn modelId="{8729053E-F9A7-4C07-B68E-0A8467641A10}" type="presParOf" srcId="{4C673968-53B5-456A-8EF0-107EB0F9008D}" destId="{577A996E-C128-47C6-B046-F6BB4F52E775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D414751-04D6-40AC-9056-3187694A2206}" type="doc">
      <dgm:prSet loTypeId="urn:microsoft.com/office/officeart/2005/8/layout/process3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ru-UA"/>
        </a:p>
      </dgm:t>
    </dgm:pt>
    <dgm:pt modelId="{4679BEA7-7B33-4B46-BCF5-5B45B682E942}">
      <dgm:prSet phldrT="[Текст]" phldr="0"/>
      <dgm:spPr/>
      <dgm:t>
        <a:bodyPr/>
        <a:lstStyle/>
        <a:p>
          <a:r>
            <a:rPr lang="uk-UA" dirty="0"/>
            <a:t>Підготовка даних</a:t>
          </a:r>
          <a:endParaRPr lang="ru-UA" dirty="0"/>
        </a:p>
      </dgm:t>
    </dgm:pt>
    <dgm:pt modelId="{0FD65D7F-CD59-474E-9335-C04C686349A5}" type="parTrans" cxnId="{2E106B65-C5EA-471D-953B-10330F177654}">
      <dgm:prSet/>
      <dgm:spPr/>
      <dgm:t>
        <a:bodyPr/>
        <a:lstStyle/>
        <a:p>
          <a:endParaRPr lang="ru-UA"/>
        </a:p>
      </dgm:t>
    </dgm:pt>
    <dgm:pt modelId="{66AA98E7-FC88-4FA1-B93F-1A23BA1EA8F8}" type="sibTrans" cxnId="{2E106B65-C5EA-471D-953B-10330F177654}">
      <dgm:prSet/>
      <dgm:spPr/>
      <dgm:t>
        <a:bodyPr/>
        <a:lstStyle/>
        <a:p>
          <a:endParaRPr lang="ru-UA"/>
        </a:p>
      </dgm:t>
    </dgm:pt>
    <dgm:pt modelId="{810D2997-5C2A-4651-B328-D51D7E9CC8A5}">
      <dgm:prSet phldrT="[Текст]" phldr="0"/>
      <dgm:spPr/>
      <dgm:t>
        <a:bodyPr/>
        <a:lstStyle/>
        <a:p>
          <a:r>
            <a:rPr lang="ru-RU" dirty="0"/>
            <a:t>П</a:t>
          </a:r>
          <a:r>
            <a:rPr lang="uk-UA" dirty="0" err="1"/>
            <a:t>ідготовка</a:t>
          </a:r>
          <a:r>
            <a:rPr lang="uk-UA" dirty="0"/>
            <a:t> </a:t>
          </a:r>
          <a:r>
            <a:rPr lang="uk-UA" dirty="0" err="1"/>
            <a:t>датасетів</a:t>
          </a:r>
          <a:endParaRPr lang="ru-UA" dirty="0"/>
        </a:p>
      </dgm:t>
    </dgm:pt>
    <dgm:pt modelId="{92D559EA-302F-4147-823C-20C25783AE11}" type="parTrans" cxnId="{E78CAAC0-FE33-485F-88A6-26536A8FBDE1}">
      <dgm:prSet/>
      <dgm:spPr/>
      <dgm:t>
        <a:bodyPr/>
        <a:lstStyle/>
        <a:p>
          <a:endParaRPr lang="ru-UA"/>
        </a:p>
      </dgm:t>
    </dgm:pt>
    <dgm:pt modelId="{B4BCC09E-90A4-4A2E-B088-CAE9962C1320}" type="sibTrans" cxnId="{E78CAAC0-FE33-485F-88A6-26536A8FBDE1}">
      <dgm:prSet/>
      <dgm:spPr/>
      <dgm:t>
        <a:bodyPr/>
        <a:lstStyle/>
        <a:p>
          <a:endParaRPr lang="ru-UA"/>
        </a:p>
      </dgm:t>
    </dgm:pt>
    <dgm:pt modelId="{8BD49ABC-CF6E-4440-A152-9C1636FF0630}">
      <dgm:prSet phldrT="[Текст]" phldr="0"/>
      <dgm:spPr/>
      <dgm:t>
        <a:bodyPr/>
        <a:lstStyle/>
        <a:p>
          <a:r>
            <a:rPr lang="uk-UA" dirty="0"/>
            <a:t>Тренування моделей та підбір параметрів</a:t>
          </a:r>
          <a:endParaRPr lang="ru-UA" dirty="0"/>
        </a:p>
      </dgm:t>
    </dgm:pt>
    <dgm:pt modelId="{1F064CFC-C8B4-4DB5-A0FF-2C12E2576192}" type="parTrans" cxnId="{6EBEB5A5-8158-4914-B24C-6D8D3575269E}">
      <dgm:prSet/>
      <dgm:spPr/>
      <dgm:t>
        <a:bodyPr/>
        <a:lstStyle/>
        <a:p>
          <a:endParaRPr lang="ru-UA"/>
        </a:p>
      </dgm:t>
    </dgm:pt>
    <dgm:pt modelId="{FE4F9487-0129-4302-8CDD-3D74A1C413CA}" type="sibTrans" cxnId="{6EBEB5A5-8158-4914-B24C-6D8D3575269E}">
      <dgm:prSet/>
      <dgm:spPr/>
      <dgm:t>
        <a:bodyPr/>
        <a:lstStyle/>
        <a:p>
          <a:endParaRPr lang="ru-UA"/>
        </a:p>
      </dgm:t>
    </dgm:pt>
    <dgm:pt modelId="{E35F1E26-862F-4575-A625-DEBC4901952F}">
      <dgm:prSet phldrT="[Текст]" phldr="0"/>
      <dgm:spPr/>
      <dgm:t>
        <a:bodyPr/>
        <a:lstStyle/>
        <a:p>
          <a:r>
            <a:rPr lang="uk-UA" dirty="0"/>
            <a:t>Використання </a:t>
          </a:r>
          <a:r>
            <a:rPr lang="en-US" dirty="0"/>
            <a:t>grid search </a:t>
          </a:r>
          <a:r>
            <a:rPr lang="uk-UA" dirty="0"/>
            <a:t>для пошуку оптимальних параметрів для моделей</a:t>
          </a:r>
          <a:endParaRPr lang="ru-UA" dirty="0"/>
        </a:p>
      </dgm:t>
    </dgm:pt>
    <dgm:pt modelId="{AAEBC008-09FF-4CDB-9BB7-5FC4E8DA894C}" type="parTrans" cxnId="{E08C6B7C-4276-4705-9214-68C8A8104FFB}">
      <dgm:prSet/>
      <dgm:spPr/>
      <dgm:t>
        <a:bodyPr/>
        <a:lstStyle/>
        <a:p>
          <a:endParaRPr lang="ru-UA"/>
        </a:p>
      </dgm:t>
    </dgm:pt>
    <dgm:pt modelId="{7D56091C-5E9F-47F4-A9D4-DC291819EB75}" type="sibTrans" cxnId="{E08C6B7C-4276-4705-9214-68C8A8104FFB}">
      <dgm:prSet/>
      <dgm:spPr/>
      <dgm:t>
        <a:bodyPr/>
        <a:lstStyle/>
        <a:p>
          <a:endParaRPr lang="ru-UA"/>
        </a:p>
      </dgm:t>
    </dgm:pt>
    <dgm:pt modelId="{63D0DB01-7FC0-473E-836B-B655A2EE71EF}">
      <dgm:prSet phldrT="[Текст]" phldr="0"/>
      <dgm:spPr/>
      <dgm:t>
        <a:bodyPr/>
        <a:lstStyle/>
        <a:p>
          <a:r>
            <a:rPr lang="uk-UA" dirty="0"/>
            <a:t>Тестування та фінальна оцінка</a:t>
          </a:r>
          <a:endParaRPr lang="ru-UA" dirty="0"/>
        </a:p>
      </dgm:t>
    </dgm:pt>
    <dgm:pt modelId="{DDBEFFB4-DEAB-4D76-98DF-2B8025D1B728}" type="parTrans" cxnId="{5264F534-2EE3-497B-A1C0-6D7F3B28B79D}">
      <dgm:prSet/>
      <dgm:spPr/>
      <dgm:t>
        <a:bodyPr/>
        <a:lstStyle/>
        <a:p>
          <a:endParaRPr lang="ru-UA"/>
        </a:p>
      </dgm:t>
    </dgm:pt>
    <dgm:pt modelId="{2B01FFDD-FB17-4434-8851-FEF5CCA5FCD2}" type="sibTrans" cxnId="{5264F534-2EE3-497B-A1C0-6D7F3B28B79D}">
      <dgm:prSet/>
      <dgm:spPr/>
      <dgm:t>
        <a:bodyPr/>
        <a:lstStyle/>
        <a:p>
          <a:endParaRPr lang="ru-UA"/>
        </a:p>
      </dgm:t>
    </dgm:pt>
    <dgm:pt modelId="{B540426F-91A3-4375-9244-2C3126D16557}">
      <dgm:prSet phldrT="[Текст]" phldr="0"/>
      <dgm:spPr/>
      <dgm:t>
        <a:bodyPr/>
        <a:lstStyle/>
        <a:p>
          <a:r>
            <a:rPr lang="uk-UA" dirty="0"/>
            <a:t>Запуск моделей на тестовій вибірці</a:t>
          </a:r>
          <a:endParaRPr lang="ru-UA" dirty="0"/>
        </a:p>
      </dgm:t>
    </dgm:pt>
    <dgm:pt modelId="{C60D4617-2881-465D-8118-5F5EEF601A12}" type="parTrans" cxnId="{557BDF36-CFE9-428E-BFA2-B72860C1933E}">
      <dgm:prSet/>
      <dgm:spPr/>
      <dgm:t>
        <a:bodyPr/>
        <a:lstStyle/>
        <a:p>
          <a:endParaRPr lang="ru-UA"/>
        </a:p>
      </dgm:t>
    </dgm:pt>
    <dgm:pt modelId="{3CE60658-45C8-4001-AA00-4FAD20CCE61A}" type="sibTrans" cxnId="{557BDF36-CFE9-428E-BFA2-B72860C1933E}">
      <dgm:prSet/>
      <dgm:spPr/>
      <dgm:t>
        <a:bodyPr/>
        <a:lstStyle/>
        <a:p>
          <a:endParaRPr lang="ru-UA"/>
        </a:p>
      </dgm:t>
    </dgm:pt>
    <dgm:pt modelId="{AD65695E-A8EB-4764-B140-90601C13399D}">
      <dgm:prSet phldrT="[Текст]" phldr="0"/>
      <dgm:spPr/>
      <dgm:t>
        <a:bodyPr/>
        <a:lstStyle/>
        <a:p>
          <a:r>
            <a:rPr lang="uk-UA" dirty="0"/>
            <a:t>Підготовка </a:t>
          </a:r>
          <a:r>
            <a:rPr lang="uk-UA" dirty="0" err="1"/>
            <a:t>фічей</a:t>
          </a:r>
          <a:endParaRPr lang="ru-UA" dirty="0"/>
        </a:p>
      </dgm:t>
    </dgm:pt>
    <dgm:pt modelId="{E06B58DF-62C7-4514-92E0-7CBF9B1F0570}" type="parTrans" cxnId="{D8EC0E97-9BEA-41CC-9ACE-F400263B4C88}">
      <dgm:prSet/>
      <dgm:spPr/>
      <dgm:t>
        <a:bodyPr/>
        <a:lstStyle/>
        <a:p>
          <a:endParaRPr lang="ru-UA"/>
        </a:p>
      </dgm:t>
    </dgm:pt>
    <dgm:pt modelId="{F92887F1-5026-4CAF-A1F1-29A3A1D3A545}" type="sibTrans" cxnId="{D8EC0E97-9BEA-41CC-9ACE-F400263B4C88}">
      <dgm:prSet/>
      <dgm:spPr/>
      <dgm:t>
        <a:bodyPr/>
        <a:lstStyle/>
        <a:p>
          <a:endParaRPr lang="ru-UA"/>
        </a:p>
      </dgm:t>
    </dgm:pt>
    <dgm:pt modelId="{0C7869AD-9B44-40FF-83D9-0179FEE5D40F}">
      <dgm:prSet phldrT="[Текст]" phldr="0"/>
      <dgm:spPr/>
      <dgm:t>
        <a:bodyPr/>
        <a:lstStyle/>
        <a:p>
          <a:r>
            <a:rPr lang="uk-UA" dirty="0"/>
            <a:t>Збір метрик та фінальна оцінка</a:t>
          </a:r>
          <a:endParaRPr lang="ru-UA" dirty="0"/>
        </a:p>
      </dgm:t>
    </dgm:pt>
    <dgm:pt modelId="{33154FB8-B530-45EB-B49A-240728737929}" type="parTrans" cxnId="{815A9ED9-9DC6-41EC-A6B7-08BBE917CFBF}">
      <dgm:prSet/>
      <dgm:spPr/>
      <dgm:t>
        <a:bodyPr/>
        <a:lstStyle/>
        <a:p>
          <a:endParaRPr lang="ru-UA"/>
        </a:p>
      </dgm:t>
    </dgm:pt>
    <dgm:pt modelId="{4BE5DC3A-3AEE-4767-AAF3-551138140FDA}" type="sibTrans" cxnId="{815A9ED9-9DC6-41EC-A6B7-08BBE917CFBF}">
      <dgm:prSet/>
      <dgm:spPr/>
      <dgm:t>
        <a:bodyPr/>
        <a:lstStyle/>
        <a:p>
          <a:endParaRPr lang="ru-UA"/>
        </a:p>
      </dgm:t>
    </dgm:pt>
    <dgm:pt modelId="{C88FC13E-1B0A-4882-B8FE-CE143F607E99}">
      <dgm:prSet phldrT="[Текст]" phldr="0"/>
      <dgm:spPr/>
      <dgm:t>
        <a:bodyPr/>
        <a:lstStyle/>
        <a:p>
          <a:endParaRPr lang="ru-UA" dirty="0"/>
        </a:p>
      </dgm:t>
    </dgm:pt>
    <dgm:pt modelId="{F7894745-178D-402B-B306-FCECF73E209E}" type="parTrans" cxnId="{CA450497-2538-41BA-A545-6832086304A1}">
      <dgm:prSet/>
      <dgm:spPr/>
      <dgm:t>
        <a:bodyPr/>
        <a:lstStyle/>
        <a:p>
          <a:endParaRPr lang="ru-UA"/>
        </a:p>
      </dgm:t>
    </dgm:pt>
    <dgm:pt modelId="{AD41AFC4-B08D-48AE-9106-F3263DF70AF2}" type="sibTrans" cxnId="{CA450497-2538-41BA-A545-6832086304A1}">
      <dgm:prSet/>
      <dgm:spPr/>
      <dgm:t>
        <a:bodyPr/>
        <a:lstStyle/>
        <a:p>
          <a:endParaRPr lang="ru-UA"/>
        </a:p>
      </dgm:t>
    </dgm:pt>
    <dgm:pt modelId="{486A57A0-0126-4D77-87B4-2CC5E543E6C3}">
      <dgm:prSet phldrT="[Текст]" phldr="0"/>
      <dgm:spPr/>
      <dgm:t>
        <a:bodyPr/>
        <a:lstStyle/>
        <a:p>
          <a:r>
            <a:rPr lang="uk-UA" dirty="0"/>
            <a:t>Агрегація логів в блоки трасуваннями або сесією</a:t>
          </a:r>
          <a:endParaRPr lang="ru-UA" dirty="0"/>
        </a:p>
      </dgm:t>
    </dgm:pt>
    <dgm:pt modelId="{BC61C126-84F1-4186-8986-82EA3D291076}" type="parTrans" cxnId="{14A1C74A-3C08-4A31-BBD8-7E2F53944026}">
      <dgm:prSet/>
      <dgm:spPr/>
      <dgm:t>
        <a:bodyPr/>
        <a:lstStyle/>
        <a:p>
          <a:endParaRPr lang="ru-UA"/>
        </a:p>
      </dgm:t>
    </dgm:pt>
    <dgm:pt modelId="{C1AAAA04-D261-4236-A7F1-C0415987D349}" type="sibTrans" cxnId="{14A1C74A-3C08-4A31-BBD8-7E2F53944026}">
      <dgm:prSet/>
      <dgm:spPr/>
      <dgm:t>
        <a:bodyPr/>
        <a:lstStyle/>
        <a:p>
          <a:endParaRPr lang="ru-UA"/>
        </a:p>
      </dgm:t>
    </dgm:pt>
    <dgm:pt modelId="{0C22ABEB-E91E-4F24-8055-8FB7267649AD}">
      <dgm:prSet phldrT="[Текст]" phldr="0"/>
      <dgm:spPr/>
      <dgm:t>
        <a:bodyPr/>
        <a:lstStyle/>
        <a:p>
          <a:r>
            <a:rPr lang="uk-UA" dirty="0" err="1"/>
            <a:t>Парсинг</a:t>
          </a:r>
          <a:r>
            <a:rPr lang="uk-UA" dirty="0"/>
            <a:t> сирих </a:t>
          </a:r>
          <a:r>
            <a:rPr lang="uk-UA" dirty="0" err="1"/>
            <a:t>логів</a:t>
          </a:r>
          <a:endParaRPr lang="ru-UA" dirty="0"/>
        </a:p>
      </dgm:t>
    </dgm:pt>
    <dgm:pt modelId="{221550F5-21C0-4B80-BDA8-F6FF2D56E266}" type="parTrans" cxnId="{2BE8A216-E046-43BB-9237-E473FFD38999}">
      <dgm:prSet/>
      <dgm:spPr/>
      <dgm:t>
        <a:bodyPr/>
        <a:lstStyle/>
        <a:p>
          <a:endParaRPr lang="ru-UA"/>
        </a:p>
      </dgm:t>
    </dgm:pt>
    <dgm:pt modelId="{B0800BD0-2249-4A6E-B53B-38BE210A5221}" type="sibTrans" cxnId="{2BE8A216-E046-43BB-9237-E473FFD38999}">
      <dgm:prSet/>
      <dgm:spPr/>
      <dgm:t>
        <a:bodyPr/>
        <a:lstStyle/>
        <a:p>
          <a:endParaRPr lang="ru-UA"/>
        </a:p>
      </dgm:t>
    </dgm:pt>
    <dgm:pt modelId="{B22B1B89-CE30-4776-A455-18BAB9FB51DA}" type="pres">
      <dgm:prSet presAssocID="{6D414751-04D6-40AC-9056-3187694A2206}" presName="linearFlow" presStyleCnt="0">
        <dgm:presLayoutVars>
          <dgm:dir/>
          <dgm:animLvl val="lvl"/>
          <dgm:resizeHandles val="exact"/>
        </dgm:presLayoutVars>
      </dgm:prSet>
      <dgm:spPr/>
    </dgm:pt>
    <dgm:pt modelId="{A10180C3-8A20-49F6-ABB8-119359FA5F38}" type="pres">
      <dgm:prSet presAssocID="{4679BEA7-7B33-4B46-BCF5-5B45B682E942}" presName="composite" presStyleCnt="0"/>
      <dgm:spPr/>
    </dgm:pt>
    <dgm:pt modelId="{5CF5223B-9F3D-457E-B5D7-C25F9B5B8D13}" type="pres">
      <dgm:prSet presAssocID="{4679BEA7-7B33-4B46-BCF5-5B45B682E942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2C7F810-C22A-4546-8D50-89F07247C3C1}" type="pres">
      <dgm:prSet presAssocID="{4679BEA7-7B33-4B46-BCF5-5B45B682E942}" presName="parSh" presStyleLbl="node1" presStyleIdx="0" presStyleCnt="3"/>
      <dgm:spPr/>
    </dgm:pt>
    <dgm:pt modelId="{B236BA61-02A3-42E6-9F53-FEFD363BB383}" type="pres">
      <dgm:prSet presAssocID="{4679BEA7-7B33-4B46-BCF5-5B45B682E942}" presName="desTx" presStyleLbl="fgAcc1" presStyleIdx="0" presStyleCnt="3">
        <dgm:presLayoutVars>
          <dgm:bulletEnabled val="1"/>
        </dgm:presLayoutVars>
      </dgm:prSet>
      <dgm:spPr/>
    </dgm:pt>
    <dgm:pt modelId="{F375B3E4-E8E5-4627-845F-9B5D4EBC0C21}" type="pres">
      <dgm:prSet presAssocID="{66AA98E7-FC88-4FA1-B93F-1A23BA1EA8F8}" presName="sibTrans" presStyleLbl="sibTrans2D1" presStyleIdx="0" presStyleCnt="2"/>
      <dgm:spPr/>
    </dgm:pt>
    <dgm:pt modelId="{5F560A95-1150-4155-AF8C-5587BEE56C15}" type="pres">
      <dgm:prSet presAssocID="{66AA98E7-FC88-4FA1-B93F-1A23BA1EA8F8}" presName="connTx" presStyleLbl="sibTrans2D1" presStyleIdx="0" presStyleCnt="2"/>
      <dgm:spPr/>
    </dgm:pt>
    <dgm:pt modelId="{AEADF69F-11C5-48F4-95F4-648559147D71}" type="pres">
      <dgm:prSet presAssocID="{8BD49ABC-CF6E-4440-A152-9C1636FF0630}" presName="composite" presStyleCnt="0"/>
      <dgm:spPr/>
    </dgm:pt>
    <dgm:pt modelId="{BC214029-66B3-4171-94D7-FE1FA4AEDA06}" type="pres">
      <dgm:prSet presAssocID="{8BD49ABC-CF6E-4440-A152-9C1636FF0630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F0E557F-4ADE-4F3F-9214-6A03011C6DD6}" type="pres">
      <dgm:prSet presAssocID="{8BD49ABC-CF6E-4440-A152-9C1636FF0630}" presName="parSh" presStyleLbl="node1" presStyleIdx="1" presStyleCnt="3"/>
      <dgm:spPr/>
    </dgm:pt>
    <dgm:pt modelId="{070C5564-A297-4073-A91E-050DE140E268}" type="pres">
      <dgm:prSet presAssocID="{8BD49ABC-CF6E-4440-A152-9C1636FF0630}" presName="desTx" presStyleLbl="fgAcc1" presStyleIdx="1" presStyleCnt="3">
        <dgm:presLayoutVars>
          <dgm:bulletEnabled val="1"/>
        </dgm:presLayoutVars>
      </dgm:prSet>
      <dgm:spPr/>
    </dgm:pt>
    <dgm:pt modelId="{0C0B1CFB-31B8-4E71-81F3-ECEA9EBB0982}" type="pres">
      <dgm:prSet presAssocID="{FE4F9487-0129-4302-8CDD-3D74A1C413CA}" presName="sibTrans" presStyleLbl="sibTrans2D1" presStyleIdx="1" presStyleCnt="2"/>
      <dgm:spPr/>
    </dgm:pt>
    <dgm:pt modelId="{BFAFD4A1-04F8-4AF9-85D8-57D7A25B99F9}" type="pres">
      <dgm:prSet presAssocID="{FE4F9487-0129-4302-8CDD-3D74A1C413CA}" presName="connTx" presStyleLbl="sibTrans2D1" presStyleIdx="1" presStyleCnt="2"/>
      <dgm:spPr/>
    </dgm:pt>
    <dgm:pt modelId="{6833ED45-7661-4435-9D2A-0238F5B52308}" type="pres">
      <dgm:prSet presAssocID="{63D0DB01-7FC0-473E-836B-B655A2EE71EF}" presName="composite" presStyleCnt="0"/>
      <dgm:spPr/>
    </dgm:pt>
    <dgm:pt modelId="{BD55C7BE-0BC9-4DD9-839B-3A669B0B1042}" type="pres">
      <dgm:prSet presAssocID="{63D0DB01-7FC0-473E-836B-B655A2EE71EF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2DAFEB1-A1CE-41CB-BCD6-183F40A020B1}" type="pres">
      <dgm:prSet presAssocID="{63D0DB01-7FC0-473E-836B-B655A2EE71EF}" presName="parSh" presStyleLbl="node1" presStyleIdx="2" presStyleCnt="3"/>
      <dgm:spPr/>
    </dgm:pt>
    <dgm:pt modelId="{5903AF82-8FDF-451F-B3A3-92AE95A565A6}" type="pres">
      <dgm:prSet presAssocID="{63D0DB01-7FC0-473E-836B-B655A2EE71EF}" presName="desTx" presStyleLbl="fgAcc1" presStyleIdx="2" presStyleCnt="3">
        <dgm:presLayoutVars>
          <dgm:bulletEnabled val="1"/>
        </dgm:presLayoutVars>
      </dgm:prSet>
      <dgm:spPr/>
    </dgm:pt>
  </dgm:ptLst>
  <dgm:cxnLst>
    <dgm:cxn modelId="{3D0E0805-75FB-4B82-81A7-8E0E6CF7798F}" type="presOf" srcId="{0C22ABEB-E91E-4F24-8055-8FB7267649AD}" destId="{B236BA61-02A3-42E6-9F53-FEFD363BB383}" srcOrd="0" destOrd="1" presId="urn:microsoft.com/office/officeart/2005/8/layout/process3"/>
    <dgm:cxn modelId="{A500DF07-2015-46E9-816F-85F4AF48C18E}" type="presOf" srcId="{8BD49ABC-CF6E-4440-A152-9C1636FF0630}" destId="{BC214029-66B3-4171-94D7-FE1FA4AEDA06}" srcOrd="0" destOrd="0" presId="urn:microsoft.com/office/officeart/2005/8/layout/process3"/>
    <dgm:cxn modelId="{128A1810-76D8-4370-9F03-FDB3FC227607}" type="presOf" srcId="{C88FC13E-1B0A-4882-B8FE-CE143F607E99}" destId="{5903AF82-8FDF-451F-B3A3-92AE95A565A6}" srcOrd="0" destOrd="2" presId="urn:microsoft.com/office/officeart/2005/8/layout/process3"/>
    <dgm:cxn modelId="{C4E24515-E3E8-4206-9C78-6A574F176485}" type="presOf" srcId="{FE4F9487-0129-4302-8CDD-3D74A1C413CA}" destId="{0C0B1CFB-31B8-4E71-81F3-ECEA9EBB0982}" srcOrd="0" destOrd="0" presId="urn:microsoft.com/office/officeart/2005/8/layout/process3"/>
    <dgm:cxn modelId="{2BE8A216-E046-43BB-9237-E473FFD38999}" srcId="{4679BEA7-7B33-4B46-BCF5-5B45B682E942}" destId="{0C22ABEB-E91E-4F24-8055-8FB7267649AD}" srcOrd="1" destOrd="0" parTransId="{221550F5-21C0-4B80-BDA8-F6FF2D56E266}" sibTransId="{B0800BD0-2249-4A6E-B53B-38BE210A5221}"/>
    <dgm:cxn modelId="{84FAEE16-FC95-40C8-94C7-C5D9D9831EA0}" type="presOf" srcId="{66AA98E7-FC88-4FA1-B93F-1A23BA1EA8F8}" destId="{F375B3E4-E8E5-4627-845F-9B5D4EBC0C21}" srcOrd="0" destOrd="0" presId="urn:microsoft.com/office/officeart/2005/8/layout/process3"/>
    <dgm:cxn modelId="{8B734D21-000A-4C9A-8034-EA0FF9DF51A6}" type="presOf" srcId="{B540426F-91A3-4375-9244-2C3126D16557}" destId="{5903AF82-8FDF-451F-B3A3-92AE95A565A6}" srcOrd="0" destOrd="0" presId="urn:microsoft.com/office/officeart/2005/8/layout/process3"/>
    <dgm:cxn modelId="{5264F534-2EE3-497B-A1C0-6D7F3B28B79D}" srcId="{6D414751-04D6-40AC-9056-3187694A2206}" destId="{63D0DB01-7FC0-473E-836B-B655A2EE71EF}" srcOrd="2" destOrd="0" parTransId="{DDBEFFB4-DEAB-4D76-98DF-2B8025D1B728}" sibTransId="{2B01FFDD-FB17-4434-8851-FEF5CCA5FCD2}"/>
    <dgm:cxn modelId="{F2EDDF35-8190-46E0-B904-73ED1CF55224}" type="presOf" srcId="{FE4F9487-0129-4302-8CDD-3D74A1C413CA}" destId="{BFAFD4A1-04F8-4AF9-85D8-57D7A25B99F9}" srcOrd="1" destOrd="0" presId="urn:microsoft.com/office/officeart/2005/8/layout/process3"/>
    <dgm:cxn modelId="{557BDF36-CFE9-428E-BFA2-B72860C1933E}" srcId="{63D0DB01-7FC0-473E-836B-B655A2EE71EF}" destId="{B540426F-91A3-4375-9244-2C3126D16557}" srcOrd="0" destOrd="0" parTransId="{C60D4617-2881-465D-8118-5F5EEF601A12}" sibTransId="{3CE60658-45C8-4001-AA00-4FAD20CCE61A}"/>
    <dgm:cxn modelId="{7874435D-CACA-48B3-9771-8D0EF80D7E13}" type="presOf" srcId="{63D0DB01-7FC0-473E-836B-B655A2EE71EF}" destId="{12DAFEB1-A1CE-41CB-BCD6-183F40A020B1}" srcOrd="1" destOrd="0" presId="urn:microsoft.com/office/officeart/2005/8/layout/process3"/>
    <dgm:cxn modelId="{0806305F-B273-4104-8BE0-AAD84D8CE37C}" type="presOf" srcId="{66AA98E7-FC88-4FA1-B93F-1A23BA1EA8F8}" destId="{5F560A95-1150-4155-AF8C-5587BEE56C15}" srcOrd="1" destOrd="0" presId="urn:microsoft.com/office/officeart/2005/8/layout/process3"/>
    <dgm:cxn modelId="{2E106B65-C5EA-471D-953B-10330F177654}" srcId="{6D414751-04D6-40AC-9056-3187694A2206}" destId="{4679BEA7-7B33-4B46-BCF5-5B45B682E942}" srcOrd="0" destOrd="0" parTransId="{0FD65D7F-CD59-474E-9335-C04C686349A5}" sibTransId="{66AA98E7-FC88-4FA1-B93F-1A23BA1EA8F8}"/>
    <dgm:cxn modelId="{8BBF7D45-A117-4B7B-9695-C9EFCEB790B2}" type="presOf" srcId="{0C7869AD-9B44-40FF-83D9-0179FEE5D40F}" destId="{5903AF82-8FDF-451F-B3A3-92AE95A565A6}" srcOrd="0" destOrd="1" presId="urn:microsoft.com/office/officeart/2005/8/layout/process3"/>
    <dgm:cxn modelId="{14A1C74A-3C08-4A31-BBD8-7E2F53944026}" srcId="{4679BEA7-7B33-4B46-BCF5-5B45B682E942}" destId="{486A57A0-0126-4D77-87B4-2CC5E543E6C3}" srcOrd="2" destOrd="0" parTransId="{BC61C126-84F1-4186-8986-82EA3D291076}" sibTransId="{C1AAAA04-D261-4236-A7F1-C0415987D349}"/>
    <dgm:cxn modelId="{E08C6B7C-4276-4705-9214-68C8A8104FFB}" srcId="{8BD49ABC-CF6E-4440-A152-9C1636FF0630}" destId="{E35F1E26-862F-4575-A625-DEBC4901952F}" srcOrd="0" destOrd="0" parTransId="{AAEBC008-09FF-4CDB-9BB7-5FC4E8DA894C}" sibTransId="{7D56091C-5E9F-47F4-A9D4-DC291819EB75}"/>
    <dgm:cxn modelId="{CA450497-2538-41BA-A545-6832086304A1}" srcId="{63D0DB01-7FC0-473E-836B-B655A2EE71EF}" destId="{C88FC13E-1B0A-4882-B8FE-CE143F607E99}" srcOrd="2" destOrd="0" parTransId="{F7894745-178D-402B-B306-FCECF73E209E}" sibTransId="{AD41AFC4-B08D-48AE-9106-F3263DF70AF2}"/>
    <dgm:cxn modelId="{D8EC0E97-9BEA-41CC-9ACE-F400263B4C88}" srcId="{4679BEA7-7B33-4B46-BCF5-5B45B682E942}" destId="{AD65695E-A8EB-4764-B140-90601C13399D}" srcOrd="3" destOrd="0" parTransId="{E06B58DF-62C7-4514-92E0-7CBF9B1F0570}" sibTransId="{F92887F1-5026-4CAF-A1F1-29A3A1D3A545}"/>
    <dgm:cxn modelId="{50B3BA97-F0C9-4DB8-A57C-74C0446447B0}" type="presOf" srcId="{63D0DB01-7FC0-473E-836B-B655A2EE71EF}" destId="{BD55C7BE-0BC9-4DD9-839B-3A669B0B1042}" srcOrd="0" destOrd="0" presId="urn:microsoft.com/office/officeart/2005/8/layout/process3"/>
    <dgm:cxn modelId="{6EBEB5A5-8158-4914-B24C-6D8D3575269E}" srcId="{6D414751-04D6-40AC-9056-3187694A2206}" destId="{8BD49ABC-CF6E-4440-A152-9C1636FF0630}" srcOrd="1" destOrd="0" parTransId="{1F064CFC-C8B4-4DB5-A0FF-2C12E2576192}" sibTransId="{FE4F9487-0129-4302-8CDD-3D74A1C413CA}"/>
    <dgm:cxn modelId="{91567DAA-E332-4ED6-AAC3-8A5736F31733}" type="presOf" srcId="{4679BEA7-7B33-4B46-BCF5-5B45B682E942}" destId="{5CF5223B-9F3D-457E-B5D7-C25F9B5B8D13}" srcOrd="0" destOrd="0" presId="urn:microsoft.com/office/officeart/2005/8/layout/process3"/>
    <dgm:cxn modelId="{468B6CB6-0466-4BEA-94E4-FCB631B03D05}" type="presOf" srcId="{486A57A0-0126-4D77-87B4-2CC5E543E6C3}" destId="{B236BA61-02A3-42E6-9F53-FEFD363BB383}" srcOrd="0" destOrd="2" presId="urn:microsoft.com/office/officeart/2005/8/layout/process3"/>
    <dgm:cxn modelId="{94F04CBF-652D-4B74-AB75-DC0BA7A0C0C4}" type="presOf" srcId="{810D2997-5C2A-4651-B328-D51D7E9CC8A5}" destId="{B236BA61-02A3-42E6-9F53-FEFD363BB383}" srcOrd="0" destOrd="0" presId="urn:microsoft.com/office/officeart/2005/8/layout/process3"/>
    <dgm:cxn modelId="{E78CAAC0-FE33-485F-88A6-26536A8FBDE1}" srcId="{4679BEA7-7B33-4B46-BCF5-5B45B682E942}" destId="{810D2997-5C2A-4651-B328-D51D7E9CC8A5}" srcOrd="0" destOrd="0" parTransId="{92D559EA-302F-4147-823C-20C25783AE11}" sibTransId="{B4BCC09E-90A4-4A2E-B088-CAE9962C1320}"/>
    <dgm:cxn modelId="{D3681AC7-2A0A-4C0C-9D04-3B603107C685}" type="presOf" srcId="{AD65695E-A8EB-4764-B140-90601C13399D}" destId="{B236BA61-02A3-42E6-9F53-FEFD363BB383}" srcOrd="0" destOrd="3" presId="urn:microsoft.com/office/officeart/2005/8/layout/process3"/>
    <dgm:cxn modelId="{EDFB87D7-D31B-4B92-8C75-5BEA01DEACA7}" type="presOf" srcId="{8BD49ABC-CF6E-4440-A152-9C1636FF0630}" destId="{3F0E557F-4ADE-4F3F-9214-6A03011C6DD6}" srcOrd="1" destOrd="0" presId="urn:microsoft.com/office/officeart/2005/8/layout/process3"/>
    <dgm:cxn modelId="{815A9ED9-9DC6-41EC-A6B7-08BBE917CFBF}" srcId="{63D0DB01-7FC0-473E-836B-B655A2EE71EF}" destId="{0C7869AD-9B44-40FF-83D9-0179FEE5D40F}" srcOrd="1" destOrd="0" parTransId="{33154FB8-B530-45EB-B49A-240728737929}" sibTransId="{4BE5DC3A-3AEE-4767-AAF3-551138140FDA}"/>
    <dgm:cxn modelId="{F3B9CFDE-8F7C-4188-B9D6-3019B97B0E1C}" type="presOf" srcId="{4679BEA7-7B33-4B46-BCF5-5B45B682E942}" destId="{82C7F810-C22A-4546-8D50-89F07247C3C1}" srcOrd="1" destOrd="0" presId="urn:microsoft.com/office/officeart/2005/8/layout/process3"/>
    <dgm:cxn modelId="{680C51E5-3A4A-47A5-AC2A-3D92B517409D}" type="presOf" srcId="{6D414751-04D6-40AC-9056-3187694A2206}" destId="{B22B1B89-CE30-4776-A455-18BAB9FB51DA}" srcOrd="0" destOrd="0" presId="urn:microsoft.com/office/officeart/2005/8/layout/process3"/>
    <dgm:cxn modelId="{717A78F1-6FD0-4B55-BD95-EBBC187BB0A8}" type="presOf" srcId="{E35F1E26-862F-4575-A625-DEBC4901952F}" destId="{070C5564-A297-4073-A91E-050DE140E268}" srcOrd="0" destOrd="0" presId="urn:microsoft.com/office/officeart/2005/8/layout/process3"/>
    <dgm:cxn modelId="{65F47849-0C78-4271-9A51-ED9ADD8ECE71}" type="presParOf" srcId="{B22B1B89-CE30-4776-A455-18BAB9FB51DA}" destId="{A10180C3-8A20-49F6-ABB8-119359FA5F38}" srcOrd="0" destOrd="0" presId="urn:microsoft.com/office/officeart/2005/8/layout/process3"/>
    <dgm:cxn modelId="{142C730B-8444-468E-8B4D-4600F28D7799}" type="presParOf" srcId="{A10180C3-8A20-49F6-ABB8-119359FA5F38}" destId="{5CF5223B-9F3D-457E-B5D7-C25F9B5B8D13}" srcOrd="0" destOrd="0" presId="urn:microsoft.com/office/officeart/2005/8/layout/process3"/>
    <dgm:cxn modelId="{DF5B8EE2-BDBE-4884-A68A-5E884F2084FB}" type="presParOf" srcId="{A10180C3-8A20-49F6-ABB8-119359FA5F38}" destId="{82C7F810-C22A-4546-8D50-89F07247C3C1}" srcOrd="1" destOrd="0" presId="urn:microsoft.com/office/officeart/2005/8/layout/process3"/>
    <dgm:cxn modelId="{04E86468-6ABF-430C-A66A-D0C891A06B81}" type="presParOf" srcId="{A10180C3-8A20-49F6-ABB8-119359FA5F38}" destId="{B236BA61-02A3-42E6-9F53-FEFD363BB383}" srcOrd="2" destOrd="0" presId="urn:microsoft.com/office/officeart/2005/8/layout/process3"/>
    <dgm:cxn modelId="{7570C4DF-0C4C-4BE0-8C09-F986412C5749}" type="presParOf" srcId="{B22B1B89-CE30-4776-A455-18BAB9FB51DA}" destId="{F375B3E4-E8E5-4627-845F-9B5D4EBC0C21}" srcOrd="1" destOrd="0" presId="urn:microsoft.com/office/officeart/2005/8/layout/process3"/>
    <dgm:cxn modelId="{A0F1CFEC-B07B-4EF2-A4A5-236585E7BE5F}" type="presParOf" srcId="{F375B3E4-E8E5-4627-845F-9B5D4EBC0C21}" destId="{5F560A95-1150-4155-AF8C-5587BEE56C15}" srcOrd="0" destOrd="0" presId="urn:microsoft.com/office/officeart/2005/8/layout/process3"/>
    <dgm:cxn modelId="{142B83AD-0F97-41F2-BBCD-DADFBBA0CDFD}" type="presParOf" srcId="{B22B1B89-CE30-4776-A455-18BAB9FB51DA}" destId="{AEADF69F-11C5-48F4-95F4-648559147D71}" srcOrd="2" destOrd="0" presId="urn:microsoft.com/office/officeart/2005/8/layout/process3"/>
    <dgm:cxn modelId="{A86AF9EE-1BB6-4568-8B2E-6D0AB7C85EE7}" type="presParOf" srcId="{AEADF69F-11C5-48F4-95F4-648559147D71}" destId="{BC214029-66B3-4171-94D7-FE1FA4AEDA06}" srcOrd="0" destOrd="0" presId="urn:microsoft.com/office/officeart/2005/8/layout/process3"/>
    <dgm:cxn modelId="{81678A58-745A-44BF-A91B-D9EC2CCA483B}" type="presParOf" srcId="{AEADF69F-11C5-48F4-95F4-648559147D71}" destId="{3F0E557F-4ADE-4F3F-9214-6A03011C6DD6}" srcOrd="1" destOrd="0" presId="urn:microsoft.com/office/officeart/2005/8/layout/process3"/>
    <dgm:cxn modelId="{1AEF7D99-3EF5-4381-AC14-A72F11B28028}" type="presParOf" srcId="{AEADF69F-11C5-48F4-95F4-648559147D71}" destId="{070C5564-A297-4073-A91E-050DE140E268}" srcOrd="2" destOrd="0" presId="urn:microsoft.com/office/officeart/2005/8/layout/process3"/>
    <dgm:cxn modelId="{9D6D864A-98C6-4AAA-B5A5-4FD26356CB1E}" type="presParOf" srcId="{B22B1B89-CE30-4776-A455-18BAB9FB51DA}" destId="{0C0B1CFB-31B8-4E71-81F3-ECEA9EBB0982}" srcOrd="3" destOrd="0" presId="urn:microsoft.com/office/officeart/2005/8/layout/process3"/>
    <dgm:cxn modelId="{8DB596FC-D43E-4AA6-B31B-53C65A59F0F5}" type="presParOf" srcId="{0C0B1CFB-31B8-4E71-81F3-ECEA9EBB0982}" destId="{BFAFD4A1-04F8-4AF9-85D8-57D7A25B99F9}" srcOrd="0" destOrd="0" presId="urn:microsoft.com/office/officeart/2005/8/layout/process3"/>
    <dgm:cxn modelId="{6DCDAFEF-E51D-4745-B970-D081EE60AE43}" type="presParOf" srcId="{B22B1B89-CE30-4776-A455-18BAB9FB51DA}" destId="{6833ED45-7661-4435-9D2A-0238F5B52308}" srcOrd="4" destOrd="0" presId="urn:microsoft.com/office/officeart/2005/8/layout/process3"/>
    <dgm:cxn modelId="{ABBD96AF-836A-4A11-A25A-C52E700BDB62}" type="presParOf" srcId="{6833ED45-7661-4435-9D2A-0238F5B52308}" destId="{BD55C7BE-0BC9-4DD9-839B-3A669B0B1042}" srcOrd="0" destOrd="0" presId="urn:microsoft.com/office/officeart/2005/8/layout/process3"/>
    <dgm:cxn modelId="{3C4C7447-E4CD-4C5B-BDE5-0F4EA65CC49C}" type="presParOf" srcId="{6833ED45-7661-4435-9D2A-0238F5B52308}" destId="{12DAFEB1-A1CE-41CB-BCD6-183F40A020B1}" srcOrd="1" destOrd="0" presId="urn:microsoft.com/office/officeart/2005/8/layout/process3"/>
    <dgm:cxn modelId="{476A7CAF-3F55-4CAB-96E4-74597C120DEC}" type="presParOf" srcId="{6833ED45-7661-4435-9D2A-0238F5B52308}" destId="{5903AF82-8FDF-451F-B3A3-92AE95A565A6}" srcOrd="2" destOrd="0" presId="urn:microsoft.com/office/officeart/2005/8/layout/process3"/>
  </dgm:cxnLst>
  <dgm:bg/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1C479-7038-47E4-84C9-D91BF4BAE187}">
      <dsp:nvSpPr>
        <dsp:cNvPr id="0" name=""/>
        <dsp:cNvSpPr/>
      </dsp:nvSpPr>
      <dsp:spPr>
        <a:xfrm>
          <a:off x="2820" y="393746"/>
          <a:ext cx="1527085" cy="9162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uk-UA" sz="1200" kern="1200" noProof="0" dirty="0"/>
            <a:t>Великі обсяги логів та висока швидкість їх генерації</a:t>
          </a:r>
          <a:endParaRPr lang="ru-UA" sz="1200" kern="1200" dirty="0"/>
        </a:p>
      </dsp:txBody>
      <dsp:txXfrm>
        <a:off x="2820" y="393746"/>
        <a:ext cx="1527085" cy="916251"/>
      </dsp:txXfrm>
    </dsp:sp>
    <dsp:sp modelId="{17E8F1C6-31EB-4AFF-B8A8-E7B98B772129}">
      <dsp:nvSpPr>
        <dsp:cNvPr id="0" name=""/>
        <dsp:cNvSpPr/>
      </dsp:nvSpPr>
      <dsp:spPr>
        <a:xfrm>
          <a:off x="1682614" y="393746"/>
          <a:ext cx="1527085" cy="916251"/>
        </a:xfrm>
        <a:prstGeom prst="rect">
          <a:avLst/>
        </a:prstGeom>
        <a:gradFill rotWithShape="0">
          <a:gsLst>
            <a:gs pos="0">
              <a:schemeClr val="accent5">
                <a:hueOff val="-2025195"/>
                <a:satOff val="14240"/>
                <a:lumOff val="3971"/>
                <a:alphaOff val="0"/>
                <a:tint val="50000"/>
                <a:satMod val="300000"/>
              </a:schemeClr>
            </a:gs>
            <a:gs pos="35000">
              <a:schemeClr val="accent5">
                <a:hueOff val="-2025195"/>
                <a:satOff val="14240"/>
                <a:lumOff val="3971"/>
                <a:alphaOff val="0"/>
                <a:tint val="37000"/>
                <a:satMod val="300000"/>
              </a:schemeClr>
            </a:gs>
            <a:gs pos="100000">
              <a:schemeClr val="accent5">
                <a:hueOff val="-2025195"/>
                <a:satOff val="14240"/>
                <a:lumOff val="397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kern="1200" noProof="0" dirty="0"/>
            <a:t>Інформаційний шум: дублікати, артефакти </a:t>
          </a:r>
          <a:r>
            <a:rPr lang="uk-UA" sz="1200" kern="1200" noProof="0" dirty="0" err="1"/>
            <a:t>багатопоточної</a:t>
          </a:r>
          <a:r>
            <a:rPr lang="uk-UA" sz="1200" kern="1200" noProof="0" dirty="0"/>
            <a:t> роботи, тощо.</a:t>
          </a:r>
          <a:endParaRPr lang="ru-UA" sz="1200" kern="1200" dirty="0"/>
        </a:p>
      </dsp:txBody>
      <dsp:txXfrm>
        <a:off x="1682614" y="393746"/>
        <a:ext cx="1527085" cy="916251"/>
      </dsp:txXfrm>
    </dsp:sp>
    <dsp:sp modelId="{0E182341-C32F-4879-9874-0D49D448C620}">
      <dsp:nvSpPr>
        <dsp:cNvPr id="0" name=""/>
        <dsp:cNvSpPr/>
      </dsp:nvSpPr>
      <dsp:spPr>
        <a:xfrm>
          <a:off x="3362409" y="393746"/>
          <a:ext cx="1527085" cy="916251"/>
        </a:xfrm>
        <a:prstGeom prst="rect">
          <a:avLst/>
        </a:prstGeom>
        <a:gradFill rotWithShape="0">
          <a:gsLst>
            <a:gs pos="0">
              <a:schemeClr val="accent5">
                <a:hueOff val="-4050390"/>
                <a:satOff val="28480"/>
                <a:lumOff val="7942"/>
                <a:alphaOff val="0"/>
                <a:tint val="50000"/>
                <a:satMod val="300000"/>
              </a:schemeClr>
            </a:gs>
            <a:gs pos="35000">
              <a:schemeClr val="accent5">
                <a:hueOff val="-4050390"/>
                <a:satOff val="28480"/>
                <a:lumOff val="7942"/>
                <a:alphaOff val="0"/>
                <a:tint val="37000"/>
                <a:satMod val="300000"/>
              </a:schemeClr>
            </a:gs>
            <a:gs pos="100000">
              <a:schemeClr val="accent5">
                <a:hueOff val="-4050390"/>
                <a:satOff val="28480"/>
                <a:lumOff val="794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kern="1200" noProof="0" dirty="0"/>
            <a:t>Зміна форматів логів в ході еволюції ПЗ і різнорідність джерел</a:t>
          </a:r>
          <a:endParaRPr lang="ru-UA" sz="1200" kern="1200" dirty="0"/>
        </a:p>
      </dsp:txBody>
      <dsp:txXfrm>
        <a:off x="3362409" y="393746"/>
        <a:ext cx="1527085" cy="916251"/>
      </dsp:txXfrm>
    </dsp:sp>
    <dsp:sp modelId="{7FF116BB-699D-47CD-81CB-79B29B6C1C3F}">
      <dsp:nvSpPr>
        <dsp:cNvPr id="0" name=""/>
        <dsp:cNvSpPr/>
      </dsp:nvSpPr>
      <dsp:spPr>
        <a:xfrm>
          <a:off x="5042203" y="393746"/>
          <a:ext cx="1527085" cy="916251"/>
        </a:xfrm>
        <a:prstGeom prst="rect">
          <a:avLst/>
        </a:prstGeom>
        <a:gradFill rotWithShape="0">
          <a:gsLst>
            <a:gs pos="0">
              <a:schemeClr val="accent5">
                <a:hueOff val="-6075586"/>
                <a:satOff val="42720"/>
                <a:lumOff val="11912"/>
                <a:alphaOff val="0"/>
                <a:tint val="50000"/>
                <a:satMod val="300000"/>
              </a:schemeClr>
            </a:gs>
            <a:gs pos="35000">
              <a:schemeClr val="accent5">
                <a:hueOff val="-6075586"/>
                <a:satOff val="42720"/>
                <a:lumOff val="11912"/>
                <a:alphaOff val="0"/>
                <a:tint val="37000"/>
                <a:satMod val="300000"/>
              </a:schemeClr>
            </a:gs>
            <a:gs pos="100000">
              <a:schemeClr val="accent5">
                <a:hueOff val="-6075586"/>
                <a:satOff val="42720"/>
                <a:lumOff val="1191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kern="1200" noProof="0" dirty="0"/>
            <a:t>Різні типи аномалій: точкові, частотні, послідовні, семантичні</a:t>
          </a:r>
          <a:endParaRPr lang="ru-UA" sz="1200" kern="1200" dirty="0"/>
        </a:p>
      </dsp:txBody>
      <dsp:txXfrm>
        <a:off x="5042203" y="393746"/>
        <a:ext cx="1527085" cy="916251"/>
      </dsp:txXfrm>
    </dsp:sp>
    <dsp:sp modelId="{0848E388-0F01-4B64-9AAC-9604023C7E98}">
      <dsp:nvSpPr>
        <dsp:cNvPr id="0" name=""/>
        <dsp:cNvSpPr/>
      </dsp:nvSpPr>
      <dsp:spPr>
        <a:xfrm>
          <a:off x="6721997" y="393746"/>
          <a:ext cx="1527085" cy="916251"/>
        </a:xfrm>
        <a:prstGeom prst="rect">
          <a:avLst/>
        </a:prstGeom>
        <a:gradFill rotWithShape="0">
          <a:gsLst>
            <a:gs pos="0">
              <a:schemeClr val="accent5">
                <a:hueOff val="-8100781"/>
                <a:satOff val="56960"/>
                <a:lumOff val="15883"/>
                <a:alphaOff val="0"/>
                <a:tint val="50000"/>
                <a:satMod val="300000"/>
              </a:schemeClr>
            </a:gs>
            <a:gs pos="35000">
              <a:schemeClr val="accent5">
                <a:hueOff val="-8100781"/>
                <a:satOff val="56960"/>
                <a:lumOff val="15883"/>
                <a:alphaOff val="0"/>
                <a:tint val="37000"/>
                <a:satMod val="300000"/>
              </a:schemeClr>
            </a:gs>
            <a:gs pos="100000">
              <a:schemeClr val="accent5">
                <a:hueOff val="-8100781"/>
                <a:satOff val="56960"/>
                <a:lumOff val="1588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kern="1200" noProof="0" dirty="0"/>
            <a:t>Дефіцит розмічених даних, складність отримання аномалій для навчання</a:t>
          </a:r>
          <a:endParaRPr lang="ru-UA" sz="1200" kern="1200" dirty="0"/>
        </a:p>
      </dsp:txBody>
      <dsp:txXfrm>
        <a:off x="6721997" y="393746"/>
        <a:ext cx="1527085" cy="9162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5D7EB-0CFC-4707-B74F-DC1CC1B3D31C}">
      <dsp:nvSpPr>
        <dsp:cNvPr id="0" name=""/>
        <dsp:cNvSpPr/>
      </dsp:nvSpPr>
      <dsp:spPr>
        <a:xfrm>
          <a:off x="642124" y="1228"/>
          <a:ext cx="1654097" cy="9924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noProof="0" dirty="0"/>
            <a:t>Зростання обсягів логів, публікація логів з різних джерел</a:t>
          </a:r>
        </a:p>
      </dsp:txBody>
      <dsp:txXfrm>
        <a:off x="642124" y="1228"/>
        <a:ext cx="1654097" cy="992458"/>
      </dsp:txXfrm>
    </dsp:sp>
    <dsp:sp modelId="{C63A7CB6-3415-4342-88A8-92D039B09255}">
      <dsp:nvSpPr>
        <dsp:cNvPr id="0" name=""/>
        <dsp:cNvSpPr/>
      </dsp:nvSpPr>
      <dsp:spPr>
        <a:xfrm>
          <a:off x="2461631" y="1228"/>
          <a:ext cx="1654097" cy="9924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noProof="0" dirty="0"/>
            <a:t>Зміни в підготовці даних. Перехід від шаблонізації до </a:t>
          </a:r>
          <a:r>
            <a:rPr lang="uk-UA" sz="1300" kern="1200" noProof="0" dirty="0" err="1"/>
            <a:t>токенізації</a:t>
          </a:r>
          <a:endParaRPr lang="uk-UA" sz="1300" kern="1200" noProof="0" dirty="0"/>
        </a:p>
      </dsp:txBody>
      <dsp:txXfrm>
        <a:off x="2461631" y="1228"/>
        <a:ext cx="1654097" cy="992458"/>
      </dsp:txXfrm>
    </dsp:sp>
    <dsp:sp modelId="{5A0CC5D6-3EF4-414C-9245-DD34833018B4}">
      <dsp:nvSpPr>
        <dsp:cNvPr id="0" name=""/>
        <dsp:cNvSpPr/>
      </dsp:nvSpPr>
      <dsp:spPr>
        <a:xfrm>
          <a:off x="642124" y="1159096"/>
          <a:ext cx="1654097" cy="99245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noProof="0" dirty="0"/>
            <a:t>Перехід від класичних ML-моделей до LSTM та </a:t>
          </a:r>
          <a:r>
            <a:rPr lang="uk-UA" sz="1300" kern="1200" noProof="0" dirty="0" err="1"/>
            <a:t>трансформерів</a:t>
          </a:r>
          <a:endParaRPr lang="uk-UA" sz="1300" kern="1200" noProof="0" dirty="0"/>
        </a:p>
      </dsp:txBody>
      <dsp:txXfrm>
        <a:off x="642124" y="1159096"/>
        <a:ext cx="1654097" cy="992458"/>
      </dsp:txXfrm>
    </dsp:sp>
    <dsp:sp modelId="{ADB8BB8B-B170-4F70-804F-A97357F22E40}">
      <dsp:nvSpPr>
        <dsp:cNvPr id="0" name=""/>
        <dsp:cNvSpPr/>
      </dsp:nvSpPr>
      <dsp:spPr>
        <a:xfrm>
          <a:off x="2461631" y="1159096"/>
          <a:ext cx="1654097" cy="9924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noProof="0" dirty="0"/>
            <a:t>Пошук компромісу між якістю, </a:t>
          </a:r>
          <a:r>
            <a:rPr lang="uk-UA" sz="1300" kern="1200" noProof="0" dirty="0" err="1"/>
            <a:t>ресурсоємністю</a:t>
          </a:r>
          <a:r>
            <a:rPr lang="uk-UA" sz="1300" kern="1200" noProof="0" dirty="0"/>
            <a:t> та </a:t>
          </a:r>
          <a:r>
            <a:rPr lang="uk-UA" sz="1300" kern="1200" noProof="0" dirty="0" err="1"/>
            <a:t>інтерпретованістю</a:t>
          </a:r>
          <a:endParaRPr lang="uk-UA" sz="1300" kern="1200" noProof="0" dirty="0"/>
        </a:p>
      </dsp:txBody>
      <dsp:txXfrm>
        <a:off x="2461631" y="1159096"/>
        <a:ext cx="1654097" cy="992458"/>
      </dsp:txXfrm>
    </dsp:sp>
    <dsp:sp modelId="{540819AF-6620-45F0-9E81-1F44200BCCC9}">
      <dsp:nvSpPr>
        <dsp:cNvPr id="0" name=""/>
        <dsp:cNvSpPr/>
      </dsp:nvSpPr>
      <dsp:spPr>
        <a:xfrm>
          <a:off x="642124" y="2316964"/>
          <a:ext cx="1654097" cy="99245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dirty="0"/>
            <a:t>Брак експериментів на даних, наближених до даних сучасних систем</a:t>
          </a:r>
          <a:endParaRPr lang="ru-UA" sz="1300" kern="1200" dirty="0"/>
        </a:p>
      </dsp:txBody>
      <dsp:txXfrm>
        <a:off x="642124" y="2316964"/>
        <a:ext cx="1654097" cy="992458"/>
      </dsp:txXfrm>
    </dsp:sp>
    <dsp:sp modelId="{6D10D6DC-0DDD-4F30-B1A3-3F99E84B54B4}">
      <dsp:nvSpPr>
        <dsp:cNvPr id="0" name=""/>
        <dsp:cNvSpPr/>
      </dsp:nvSpPr>
      <dsp:spPr>
        <a:xfrm>
          <a:off x="2461631" y="2316964"/>
          <a:ext cx="1654097" cy="9924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dirty="0"/>
            <a:t>Відсутність універсального методу</a:t>
          </a:r>
          <a:endParaRPr lang="ru-UA" sz="1300" kern="1200" dirty="0"/>
        </a:p>
      </dsp:txBody>
      <dsp:txXfrm>
        <a:off x="2461631" y="2316964"/>
        <a:ext cx="1654097" cy="9924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6498C-5A96-4EB2-AF09-2D80678EE226}">
      <dsp:nvSpPr>
        <dsp:cNvPr id="0" name=""/>
        <dsp:cNvSpPr/>
      </dsp:nvSpPr>
      <dsp:spPr>
        <a:xfrm>
          <a:off x="2760" y="161968"/>
          <a:ext cx="2691091" cy="374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noProof="0" dirty="0"/>
            <a:t>Вхідні дані</a:t>
          </a:r>
        </a:p>
      </dsp:txBody>
      <dsp:txXfrm>
        <a:off x="2760" y="161968"/>
        <a:ext cx="2691091" cy="374400"/>
      </dsp:txXfrm>
    </dsp:sp>
    <dsp:sp modelId="{91715FFD-ED96-4514-AD9C-5EC00A2B03D4}">
      <dsp:nvSpPr>
        <dsp:cNvPr id="0" name=""/>
        <dsp:cNvSpPr/>
      </dsp:nvSpPr>
      <dsp:spPr>
        <a:xfrm>
          <a:off x="2760" y="536368"/>
          <a:ext cx="2691091" cy="324175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300" kern="1200" noProof="0" dirty="0"/>
            <a:t>наукова література, що стосується виявлення аномалій в </a:t>
          </a:r>
          <a:r>
            <a:rPr lang="uk-UA" sz="1300" kern="1200" noProof="0" dirty="0" err="1"/>
            <a:t>логах</a:t>
          </a:r>
          <a:r>
            <a:rPr lang="uk-UA" sz="1300" kern="1200" noProof="0" dirty="0"/>
            <a:t> ПЗ: книги, наукові статті, тези конференцій;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300" kern="1200" noProof="0" dirty="0"/>
            <a:t>критерії оцінювання методів пошуку аномалій в </a:t>
          </a:r>
          <a:r>
            <a:rPr lang="uk-UA" sz="1300" kern="1200" noProof="0" dirty="0" err="1"/>
            <a:t>логах</a:t>
          </a:r>
          <a:r>
            <a:rPr lang="uk-UA" sz="1300" kern="1200" noProof="0" dirty="0"/>
            <a:t> ПЗ;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300" kern="1200" noProof="0" dirty="0" err="1"/>
            <a:t>датасети</a:t>
          </a:r>
          <a:r>
            <a:rPr lang="uk-UA" sz="1300" kern="1200" noProof="0" dirty="0"/>
            <a:t> різної природи;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300" kern="1200" noProof="0" dirty="0"/>
            <a:t>моделі для дослідження.</a:t>
          </a:r>
        </a:p>
      </dsp:txBody>
      <dsp:txXfrm>
        <a:off x="2760" y="536368"/>
        <a:ext cx="2691091" cy="3241759"/>
      </dsp:txXfrm>
    </dsp:sp>
    <dsp:sp modelId="{A7A4B42B-3E19-44FC-BC44-691F27609B6F}">
      <dsp:nvSpPr>
        <dsp:cNvPr id="0" name=""/>
        <dsp:cNvSpPr/>
      </dsp:nvSpPr>
      <dsp:spPr>
        <a:xfrm>
          <a:off x="3070604" y="161968"/>
          <a:ext cx="2691091" cy="374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noProof="0" dirty="0"/>
            <a:t>Основні задачі</a:t>
          </a:r>
        </a:p>
      </dsp:txBody>
      <dsp:txXfrm>
        <a:off x="3070604" y="161968"/>
        <a:ext cx="2691091" cy="374400"/>
      </dsp:txXfrm>
    </dsp:sp>
    <dsp:sp modelId="{580D151E-A99E-485B-97AE-A24B52CABBFA}">
      <dsp:nvSpPr>
        <dsp:cNvPr id="0" name=""/>
        <dsp:cNvSpPr/>
      </dsp:nvSpPr>
      <dsp:spPr>
        <a:xfrm>
          <a:off x="3070604" y="536368"/>
          <a:ext cx="2691091" cy="324175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uk-UA" sz="1300" kern="1200" noProof="0" dirty="0"/>
            <a:t>проаналізувати предметне галузь та наукову літературу у сфері виявлення аномалій в </a:t>
          </a:r>
          <a:r>
            <a:rPr lang="uk-UA" sz="1300" kern="1200" noProof="0" dirty="0" err="1"/>
            <a:t>логах</a:t>
          </a:r>
          <a:r>
            <a:rPr lang="uk-UA" sz="1300" kern="1200" noProof="0" dirty="0"/>
            <a:t>. Зрозуміти основні проблеми та виклики;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300" b="0" i="0" kern="1200" dirty="0" err="1"/>
            <a:t>виконати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багатокритеріальне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оцінювання</a:t>
          </a:r>
          <a:r>
            <a:rPr lang="ru-RU" sz="1300" b="0" i="0" kern="1200" dirty="0"/>
            <a:t> альтернатив;</a:t>
          </a:r>
          <a:endParaRPr lang="uk-UA" sz="1300" kern="1200" noProof="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300" b="0" i="0" kern="1200" dirty="0"/>
            <a:t>провести </a:t>
          </a:r>
          <a:r>
            <a:rPr lang="ru-RU" sz="1300" b="0" i="0" kern="1200" dirty="0" err="1"/>
            <a:t>експериментальне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дослідження</a:t>
          </a:r>
          <a:r>
            <a:rPr lang="ru-RU" sz="1300" b="0" i="0" kern="1200" dirty="0"/>
            <a:t> моделей на датасетах </a:t>
          </a:r>
          <a:r>
            <a:rPr lang="ru-RU" sz="1300" b="0" i="0" kern="1200" dirty="0" err="1"/>
            <a:t>різної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природи</a:t>
          </a:r>
          <a:r>
            <a:rPr lang="ru-RU" sz="1300" b="0" i="0" kern="1200" dirty="0"/>
            <a:t>;</a:t>
          </a:r>
          <a:endParaRPr lang="uk-UA" sz="1300" kern="1200" noProof="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300" b="0" i="0" kern="1200" dirty="0" err="1"/>
            <a:t>виконати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порівняння</a:t>
          </a:r>
          <a:r>
            <a:rPr lang="ru-RU" sz="1300" b="0" i="0" kern="1200" dirty="0"/>
            <a:t> моделей на </a:t>
          </a:r>
          <a:r>
            <a:rPr lang="ru-RU" sz="1300" b="0" i="0" kern="1200" dirty="0" err="1"/>
            <a:t>основі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результатів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експериментів</a:t>
          </a:r>
          <a:r>
            <a:rPr lang="ru-RU" sz="1300" b="0" i="0" kern="1200" dirty="0"/>
            <a:t>;</a:t>
          </a:r>
          <a:endParaRPr lang="uk-UA" sz="1300" kern="1200" noProof="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300" b="0" i="0" kern="1200" dirty="0" err="1"/>
            <a:t>сформувати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практичні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рекомендації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щодо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застосування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методів</a:t>
          </a:r>
          <a:r>
            <a:rPr lang="ru-RU" sz="1300" b="0" i="0" kern="1200" dirty="0"/>
            <a:t> у системах </a:t>
          </a:r>
          <a:r>
            <a:rPr lang="ru-RU" sz="1300" b="0" i="0" kern="1200" dirty="0" err="1"/>
            <a:t>моніторингу</a:t>
          </a:r>
          <a:r>
            <a:rPr lang="ru-RU" sz="1300" b="0" i="0" kern="1200" dirty="0"/>
            <a:t>.</a:t>
          </a:r>
          <a:endParaRPr lang="uk-UA" sz="1300" kern="1200" noProof="0" dirty="0"/>
        </a:p>
      </dsp:txBody>
      <dsp:txXfrm>
        <a:off x="3070604" y="536368"/>
        <a:ext cx="2691091" cy="3241759"/>
      </dsp:txXfrm>
    </dsp:sp>
    <dsp:sp modelId="{399EFB45-F284-4897-8389-A1E94E5CC080}">
      <dsp:nvSpPr>
        <dsp:cNvPr id="0" name=""/>
        <dsp:cNvSpPr/>
      </dsp:nvSpPr>
      <dsp:spPr>
        <a:xfrm>
          <a:off x="6138448" y="161968"/>
          <a:ext cx="2691091" cy="374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 dirty="0"/>
            <a:t>Очікувані результати</a:t>
          </a:r>
          <a:endParaRPr lang="ru-UA" sz="1300" kern="1200" dirty="0"/>
        </a:p>
      </dsp:txBody>
      <dsp:txXfrm>
        <a:off x="6138448" y="161968"/>
        <a:ext cx="2691091" cy="374400"/>
      </dsp:txXfrm>
    </dsp:sp>
    <dsp:sp modelId="{1A6F5890-7148-4019-9E7B-805DF79B31A6}">
      <dsp:nvSpPr>
        <dsp:cNvPr id="0" name=""/>
        <dsp:cNvSpPr/>
      </dsp:nvSpPr>
      <dsp:spPr>
        <a:xfrm>
          <a:off x="6138448" y="536368"/>
          <a:ext cx="2691091" cy="324175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300" b="0" i="0" kern="1200" dirty="0" err="1"/>
            <a:t>теоретичне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ранжування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методів</a:t>
          </a:r>
          <a:r>
            <a:rPr lang="ru-RU" sz="1300" b="0" i="0" kern="1200" dirty="0"/>
            <a:t> за </a:t>
          </a:r>
          <a:r>
            <a:rPr lang="ru-RU" sz="1300" b="0" i="0" kern="1200" dirty="0" err="1"/>
            <a:t>множиною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критеріїв</a:t>
          </a:r>
          <a:r>
            <a:rPr lang="ru-RU" sz="1300" b="0" i="0" kern="1200" dirty="0"/>
            <a:t>;</a:t>
          </a:r>
          <a:endParaRPr lang="ru-U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300" b="0" i="0" kern="1200" dirty="0" err="1"/>
            <a:t>експериментальна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оцінка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ефективності</a:t>
          </a:r>
          <a:r>
            <a:rPr lang="ru-RU" sz="1300" b="0" i="0" kern="1200" dirty="0"/>
            <a:t> моделей;</a:t>
          </a:r>
          <a:endParaRPr lang="ru-U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300" b="0" i="0" kern="1200" dirty="0" err="1"/>
            <a:t>визначення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сильних</a:t>
          </a:r>
          <a:r>
            <a:rPr lang="ru-RU" sz="1300" b="0" i="0" kern="1200" dirty="0"/>
            <a:t> і </a:t>
          </a:r>
          <a:r>
            <a:rPr lang="ru-RU" sz="1300" b="0" i="0" kern="1200" dirty="0" err="1"/>
            <a:t>слабких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сторін</a:t>
          </a:r>
          <a:r>
            <a:rPr lang="ru-RU" sz="1300" b="0" i="0" kern="1200" dirty="0"/>
            <a:t> моделей;</a:t>
          </a:r>
          <a:endParaRPr lang="ru-U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300" b="0" i="0" kern="1200" dirty="0" err="1"/>
            <a:t>рекомендації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щодо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вибору</a:t>
          </a:r>
          <a:r>
            <a:rPr lang="ru-RU" sz="1300" b="0" i="0" kern="1200" dirty="0"/>
            <a:t> моделей для </a:t>
          </a:r>
          <a:r>
            <a:rPr lang="ru-RU" sz="1300" b="0" i="0" kern="1200" dirty="0" err="1"/>
            <a:t>застосування</a:t>
          </a:r>
          <a:r>
            <a:rPr lang="ru-RU" sz="1300" b="0" i="0" kern="1200" dirty="0"/>
            <a:t> в системах </a:t>
          </a:r>
          <a:r>
            <a:rPr lang="ru-RU" sz="1300" b="0" i="0" kern="1200" dirty="0" err="1"/>
            <a:t>моніторингу</a:t>
          </a:r>
          <a:r>
            <a:rPr lang="ru-RU" sz="1300" b="0" i="0" kern="1200" dirty="0"/>
            <a:t>;</a:t>
          </a:r>
          <a:endParaRPr lang="ru-U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uk-UA" sz="1300" kern="1200" dirty="0"/>
            <a:t>визначення перспективних напрямів подальших досліджень.</a:t>
          </a:r>
          <a:endParaRPr lang="ru-UA" sz="1300" kern="1200" dirty="0"/>
        </a:p>
      </dsp:txBody>
      <dsp:txXfrm>
        <a:off x="6138448" y="536368"/>
        <a:ext cx="2691091" cy="32417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DB8DE7-D906-4F60-8472-8E42700CFCA8}">
      <dsp:nvSpPr>
        <dsp:cNvPr id="0" name=""/>
        <dsp:cNvSpPr/>
      </dsp:nvSpPr>
      <dsp:spPr>
        <a:xfrm>
          <a:off x="1344969" y="1242972"/>
          <a:ext cx="945892" cy="94589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kern="1200" dirty="0"/>
            <a:t>Аномалії</a:t>
          </a:r>
          <a:endParaRPr lang="ru-UA" sz="1100" kern="1200" dirty="0"/>
        </a:p>
      </dsp:txBody>
      <dsp:txXfrm>
        <a:off x="1483492" y="1381495"/>
        <a:ext cx="668846" cy="668846"/>
      </dsp:txXfrm>
    </dsp:sp>
    <dsp:sp modelId="{60FE1E15-A77E-4F4F-B8EC-8FAC027741FB}">
      <dsp:nvSpPr>
        <dsp:cNvPr id="0" name=""/>
        <dsp:cNvSpPr/>
      </dsp:nvSpPr>
      <dsp:spPr>
        <a:xfrm rot="16200000">
          <a:off x="1675219" y="1076861"/>
          <a:ext cx="285393" cy="46828"/>
        </a:xfrm>
        <a:custGeom>
          <a:avLst/>
          <a:gdLst/>
          <a:ahLst/>
          <a:cxnLst/>
          <a:rect l="0" t="0" r="0" b="0"/>
          <a:pathLst>
            <a:path>
              <a:moveTo>
                <a:pt x="0" y="23414"/>
              </a:moveTo>
              <a:lnTo>
                <a:pt x="285393" y="2341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UA" sz="500" kern="1200"/>
        </a:p>
      </dsp:txBody>
      <dsp:txXfrm>
        <a:off x="1810781" y="1093140"/>
        <a:ext cx="14269" cy="14269"/>
      </dsp:txXfrm>
    </dsp:sp>
    <dsp:sp modelId="{3D02580E-63D5-4608-8C83-7AAF5ED37873}">
      <dsp:nvSpPr>
        <dsp:cNvPr id="0" name=""/>
        <dsp:cNvSpPr/>
      </dsp:nvSpPr>
      <dsp:spPr>
        <a:xfrm>
          <a:off x="1344969" y="11686"/>
          <a:ext cx="945892" cy="94589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kern="1200" dirty="0"/>
            <a:t>Точкові</a:t>
          </a:r>
          <a:endParaRPr lang="ru-UA" sz="900" kern="1200" dirty="0"/>
        </a:p>
      </dsp:txBody>
      <dsp:txXfrm>
        <a:off x="1483492" y="150209"/>
        <a:ext cx="668846" cy="668846"/>
      </dsp:txXfrm>
    </dsp:sp>
    <dsp:sp modelId="{D4C6A30C-EDC2-48F2-80E0-2530EFDA3254}">
      <dsp:nvSpPr>
        <dsp:cNvPr id="0" name=""/>
        <dsp:cNvSpPr/>
      </dsp:nvSpPr>
      <dsp:spPr>
        <a:xfrm rot="20520000">
          <a:off x="2260730" y="1502260"/>
          <a:ext cx="285393" cy="46828"/>
        </a:xfrm>
        <a:custGeom>
          <a:avLst/>
          <a:gdLst/>
          <a:ahLst/>
          <a:cxnLst/>
          <a:rect l="0" t="0" r="0" b="0"/>
          <a:pathLst>
            <a:path>
              <a:moveTo>
                <a:pt x="0" y="23414"/>
              </a:moveTo>
              <a:lnTo>
                <a:pt x="285393" y="2341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UA" sz="500" kern="1200"/>
        </a:p>
      </dsp:txBody>
      <dsp:txXfrm>
        <a:off x="2396292" y="1518539"/>
        <a:ext cx="14269" cy="14269"/>
      </dsp:txXfrm>
    </dsp:sp>
    <dsp:sp modelId="{4EF5A7C3-12AC-4DE3-9CFB-9DF2735D2794}">
      <dsp:nvSpPr>
        <dsp:cNvPr id="0" name=""/>
        <dsp:cNvSpPr/>
      </dsp:nvSpPr>
      <dsp:spPr>
        <a:xfrm>
          <a:off x="2515992" y="862484"/>
          <a:ext cx="945892" cy="945892"/>
        </a:xfrm>
        <a:prstGeom prst="ellipse">
          <a:avLst/>
        </a:prstGeom>
        <a:solidFill>
          <a:schemeClr val="accent5">
            <a:hueOff val="-2025195"/>
            <a:satOff val="14240"/>
            <a:lumOff val="39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kern="1200" dirty="0"/>
            <a:t>Частотні</a:t>
          </a:r>
          <a:endParaRPr lang="ru-UA" sz="900" kern="1200" dirty="0"/>
        </a:p>
      </dsp:txBody>
      <dsp:txXfrm>
        <a:off x="2654515" y="1001007"/>
        <a:ext cx="668846" cy="668846"/>
      </dsp:txXfrm>
    </dsp:sp>
    <dsp:sp modelId="{8EEDF8EE-B7F0-497B-A746-CF8C2832088A}">
      <dsp:nvSpPr>
        <dsp:cNvPr id="0" name=""/>
        <dsp:cNvSpPr/>
      </dsp:nvSpPr>
      <dsp:spPr>
        <a:xfrm rot="3240000">
          <a:off x="2037085" y="2190570"/>
          <a:ext cx="285393" cy="46828"/>
        </a:xfrm>
        <a:custGeom>
          <a:avLst/>
          <a:gdLst/>
          <a:ahLst/>
          <a:cxnLst/>
          <a:rect l="0" t="0" r="0" b="0"/>
          <a:pathLst>
            <a:path>
              <a:moveTo>
                <a:pt x="0" y="23414"/>
              </a:moveTo>
              <a:lnTo>
                <a:pt x="285393" y="2341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UA" sz="500" kern="1200"/>
        </a:p>
      </dsp:txBody>
      <dsp:txXfrm>
        <a:off x="2172647" y="2206849"/>
        <a:ext cx="14269" cy="14269"/>
      </dsp:txXfrm>
    </dsp:sp>
    <dsp:sp modelId="{4A016650-54DA-42C1-B607-374700968BBC}">
      <dsp:nvSpPr>
        <dsp:cNvPr id="0" name=""/>
        <dsp:cNvSpPr/>
      </dsp:nvSpPr>
      <dsp:spPr>
        <a:xfrm>
          <a:off x="2068701" y="2239104"/>
          <a:ext cx="945892" cy="945892"/>
        </a:xfrm>
        <a:prstGeom prst="ellipse">
          <a:avLst/>
        </a:prstGeom>
        <a:solidFill>
          <a:schemeClr val="accent5">
            <a:hueOff val="-4050390"/>
            <a:satOff val="28480"/>
            <a:lumOff val="794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kern="1200" dirty="0"/>
            <a:t>Затримки</a:t>
          </a:r>
          <a:endParaRPr lang="ru-UA" sz="900" kern="1200" dirty="0"/>
        </a:p>
      </dsp:txBody>
      <dsp:txXfrm>
        <a:off x="2207224" y="2377627"/>
        <a:ext cx="668846" cy="668846"/>
      </dsp:txXfrm>
    </dsp:sp>
    <dsp:sp modelId="{C4A9B25B-2829-4C93-9BF0-8255781F253D}">
      <dsp:nvSpPr>
        <dsp:cNvPr id="0" name=""/>
        <dsp:cNvSpPr/>
      </dsp:nvSpPr>
      <dsp:spPr>
        <a:xfrm rot="7560000">
          <a:off x="1313353" y="2190570"/>
          <a:ext cx="285393" cy="46828"/>
        </a:xfrm>
        <a:custGeom>
          <a:avLst/>
          <a:gdLst/>
          <a:ahLst/>
          <a:cxnLst/>
          <a:rect l="0" t="0" r="0" b="0"/>
          <a:pathLst>
            <a:path>
              <a:moveTo>
                <a:pt x="0" y="23414"/>
              </a:moveTo>
              <a:lnTo>
                <a:pt x="285393" y="2341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UA" sz="500" kern="1200"/>
        </a:p>
      </dsp:txBody>
      <dsp:txXfrm rot="10800000">
        <a:off x="1448915" y="2206849"/>
        <a:ext cx="14269" cy="14269"/>
      </dsp:txXfrm>
    </dsp:sp>
    <dsp:sp modelId="{39A7B56E-7EE6-43D8-91E0-36E799D6AAD3}">
      <dsp:nvSpPr>
        <dsp:cNvPr id="0" name=""/>
        <dsp:cNvSpPr/>
      </dsp:nvSpPr>
      <dsp:spPr>
        <a:xfrm>
          <a:off x="621237" y="2239104"/>
          <a:ext cx="945892" cy="945892"/>
        </a:xfrm>
        <a:prstGeom prst="ellipse">
          <a:avLst/>
        </a:prstGeom>
        <a:solidFill>
          <a:schemeClr val="accent5">
            <a:hueOff val="-6075586"/>
            <a:satOff val="42720"/>
            <a:lumOff val="119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kern="1200" dirty="0"/>
            <a:t>Послідовні</a:t>
          </a:r>
          <a:endParaRPr lang="ru-UA" sz="900" kern="1200" dirty="0"/>
        </a:p>
      </dsp:txBody>
      <dsp:txXfrm>
        <a:off x="759760" y="2377627"/>
        <a:ext cx="668846" cy="668846"/>
      </dsp:txXfrm>
    </dsp:sp>
    <dsp:sp modelId="{01991A62-4BA8-48F3-AB40-E4F2EE5F608E}">
      <dsp:nvSpPr>
        <dsp:cNvPr id="0" name=""/>
        <dsp:cNvSpPr/>
      </dsp:nvSpPr>
      <dsp:spPr>
        <a:xfrm rot="11880000">
          <a:off x="1089707" y="1502260"/>
          <a:ext cx="285393" cy="46828"/>
        </a:xfrm>
        <a:custGeom>
          <a:avLst/>
          <a:gdLst/>
          <a:ahLst/>
          <a:cxnLst/>
          <a:rect l="0" t="0" r="0" b="0"/>
          <a:pathLst>
            <a:path>
              <a:moveTo>
                <a:pt x="0" y="23414"/>
              </a:moveTo>
              <a:lnTo>
                <a:pt x="285393" y="2341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UA" sz="500" kern="1200"/>
        </a:p>
      </dsp:txBody>
      <dsp:txXfrm rot="10800000">
        <a:off x="1225269" y="1518539"/>
        <a:ext cx="14269" cy="14269"/>
      </dsp:txXfrm>
    </dsp:sp>
    <dsp:sp modelId="{577A996E-C128-47C6-B046-F6BB4F52E775}">
      <dsp:nvSpPr>
        <dsp:cNvPr id="0" name=""/>
        <dsp:cNvSpPr/>
      </dsp:nvSpPr>
      <dsp:spPr>
        <a:xfrm>
          <a:off x="173946" y="862484"/>
          <a:ext cx="945892" cy="945892"/>
        </a:xfrm>
        <a:prstGeom prst="ellipse">
          <a:avLst/>
        </a:prstGeom>
        <a:solidFill>
          <a:schemeClr val="accent5">
            <a:hueOff val="-8100781"/>
            <a:satOff val="56960"/>
            <a:lumOff val="158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kern="1200"/>
            <a:t>Семантичні</a:t>
          </a:r>
          <a:endParaRPr lang="ru-UA" sz="900" kern="1200" dirty="0"/>
        </a:p>
      </dsp:txBody>
      <dsp:txXfrm>
        <a:off x="312469" y="1001007"/>
        <a:ext cx="668846" cy="6688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7F810-C22A-4546-8D50-89F07247C3C1}">
      <dsp:nvSpPr>
        <dsp:cNvPr id="0" name=""/>
        <dsp:cNvSpPr/>
      </dsp:nvSpPr>
      <dsp:spPr>
        <a:xfrm>
          <a:off x="4210" y="95477"/>
          <a:ext cx="1914645" cy="11331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 dirty="0"/>
            <a:t>Підготовка даних</a:t>
          </a:r>
          <a:endParaRPr lang="ru-UA" sz="1500" kern="1200" dirty="0"/>
        </a:p>
      </dsp:txBody>
      <dsp:txXfrm>
        <a:off x="4210" y="95477"/>
        <a:ext cx="1914645" cy="755425"/>
      </dsp:txXfrm>
    </dsp:sp>
    <dsp:sp modelId="{B236BA61-02A3-42E6-9F53-FEFD363BB383}">
      <dsp:nvSpPr>
        <dsp:cNvPr id="0" name=""/>
        <dsp:cNvSpPr/>
      </dsp:nvSpPr>
      <dsp:spPr>
        <a:xfrm>
          <a:off x="396367" y="850902"/>
          <a:ext cx="1914645" cy="243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П</a:t>
          </a:r>
          <a:r>
            <a:rPr lang="uk-UA" sz="1500" kern="1200" dirty="0" err="1"/>
            <a:t>ідготовка</a:t>
          </a:r>
          <a:r>
            <a:rPr lang="uk-UA" sz="1500" kern="1200" dirty="0"/>
            <a:t> </a:t>
          </a:r>
          <a:r>
            <a:rPr lang="uk-UA" sz="1500" kern="1200" dirty="0" err="1"/>
            <a:t>датасетів</a:t>
          </a:r>
          <a:endParaRPr lang="ru-U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500" kern="1200" dirty="0" err="1"/>
            <a:t>Парсинг</a:t>
          </a:r>
          <a:r>
            <a:rPr lang="uk-UA" sz="1500" kern="1200" dirty="0"/>
            <a:t> сирих </a:t>
          </a:r>
          <a:r>
            <a:rPr lang="uk-UA" sz="1500" kern="1200" dirty="0" err="1"/>
            <a:t>логів</a:t>
          </a:r>
          <a:endParaRPr lang="ru-U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500" kern="1200" dirty="0"/>
            <a:t>Агрегація логів в блоки трасуваннями або сесією</a:t>
          </a:r>
          <a:endParaRPr lang="ru-U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500" kern="1200" dirty="0"/>
            <a:t>Підготовка </a:t>
          </a:r>
          <a:r>
            <a:rPr lang="uk-UA" sz="1500" kern="1200" dirty="0" err="1"/>
            <a:t>фічей</a:t>
          </a:r>
          <a:endParaRPr lang="ru-UA" sz="1500" kern="1200" dirty="0"/>
        </a:p>
      </dsp:txBody>
      <dsp:txXfrm>
        <a:off x="452445" y="906980"/>
        <a:ext cx="1802489" cy="2317844"/>
      </dsp:txXfrm>
    </dsp:sp>
    <dsp:sp modelId="{F375B3E4-E8E5-4627-845F-9B5D4EBC0C21}">
      <dsp:nvSpPr>
        <dsp:cNvPr id="0" name=""/>
        <dsp:cNvSpPr/>
      </dsp:nvSpPr>
      <dsp:spPr>
        <a:xfrm>
          <a:off x="2209109" y="234844"/>
          <a:ext cx="615336" cy="4766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UA" sz="1200" kern="1200"/>
        </a:p>
      </dsp:txBody>
      <dsp:txXfrm>
        <a:off x="2209109" y="330182"/>
        <a:ext cx="472329" cy="286015"/>
      </dsp:txXfrm>
    </dsp:sp>
    <dsp:sp modelId="{3F0E557F-4ADE-4F3F-9214-6A03011C6DD6}">
      <dsp:nvSpPr>
        <dsp:cNvPr id="0" name=""/>
        <dsp:cNvSpPr/>
      </dsp:nvSpPr>
      <dsp:spPr>
        <a:xfrm>
          <a:off x="3079869" y="95477"/>
          <a:ext cx="1914645" cy="11331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 dirty="0"/>
            <a:t>Тренування моделей та підбір параметрів</a:t>
          </a:r>
          <a:endParaRPr lang="ru-UA" sz="1500" kern="1200" dirty="0"/>
        </a:p>
      </dsp:txBody>
      <dsp:txXfrm>
        <a:off x="3079869" y="95477"/>
        <a:ext cx="1914645" cy="755425"/>
      </dsp:txXfrm>
    </dsp:sp>
    <dsp:sp modelId="{070C5564-A297-4073-A91E-050DE140E268}">
      <dsp:nvSpPr>
        <dsp:cNvPr id="0" name=""/>
        <dsp:cNvSpPr/>
      </dsp:nvSpPr>
      <dsp:spPr>
        <a:xfrm>
          <a:off x="3472025" y="850902"/>
          <a:ext cx="1914645" cy="243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500" kern="1200" dirty="0"/>
            <a:t>Використання </a:t>
          </a:r>
          <a:r>
            <a:rPr lang="en-US" sz="1500" kern="1200" dirty="0"/>
            <a:t>grid search </a:t>
          </a:r>
          <a:r>
            <a:rPr lang="uk-UA" sz="1500" kern="1200" dirty="0"/>
            <a:t>для пошуку оптимальних параметрів для моделей</a:t>
          </a:r>
          <a:endParaRPr lang="ru-UA" sz="1500" kern="1200" dirty="0"/>
        </a:p>
      </dsp:txBody>
      <dsp:txXfrm>
        <a:off x="3528103" y="906980"/>
        <a:ext cx="1802489" cy="2317844"/>
      </dsp:txXfrm>
    </dsp:sp>
    <dsp:sp modelId="{0C0B1CFB-31B8-4E71-81F3-ECEA9EBB0982}">
      <dsp:nvSpPr>
        <dsp:cNvPr id="0" name=""/>
        <dsp:cNvSpPr/>
      </dsp:nvSpPr>
      <dsp:spPr>
        <a:xfrm>
          <a:off x="5284767" y="234844"/>
          <a:ext cx="615336" cy="4766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UA" sz="1200" kern="1200"/>
        </a:p>
      </dsp:txBody>
      <dsp:txXfrm>
        <a:off x="5284767" y="330182"/>
        <a:ext cx="472329" cy="286015"/>
      </dsp:txXfrm>
    </dsp:sp>
    <dsp:sp modelId="{12DAFEB1-A1CE-41CB-BCD6-183F40A020B1}">
      <dsp:nvSpPr>
        <dsp:cNvPr id="0" name=""/>
        <dsp:cNvSpPr/>
      </dsp:nvSpPr>
      <dsp:spPr>
        <a:xfrm>
          <a:off x="6155527" y="95477"/>
          <a:ext cx="1914645" cy="11331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 dirty="0"/>
            <a:t>Тестування та фінальна оцінка</a:t>
          </a:r>
          <a:endParaRPr lang="ru-UA" sz="1500" kern="1200" dirty="0"/>
        </a:p>
      </dsp:txBody>
      <dsp:txXfrm>
        <a:off x="6155527" y="95477"/>
        <a:ext cx="1914645" cy="755425"/>
      </dsp:txXfrm>
    </dsp:sp>
    <dsp:sp modelId="{5903AF82-8FDF-451F-B3A3-92AE95A565A6}">
      <dsp:nvSpPr>
        <dsp:cNvPr id="0" name=""/>
        <dsp:cNvSpPr/>
      </dsp:nvSpPr>
      <dsp:spPr>
        <a:xfrm>
          <a:off x="6547683" y="850902"/>
          <a:ext cx="1914645" cy="243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500" kern="1200" dirty="0"/>
            <a:t>Запуск моделей на тестовій вибірці</a:t>
          </a:r>
          <a:endParaRPr lang="ru-U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500" kern="1200" dirty="0"/>
            <a:t>Збір метрик та фінальна оцінка</a:t>
          </a:r>
          <a:endParaRPr lang="ru-U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UA" sz="1500" kern="1200" dirty="0"/>
        </a:p>
      </dsp:txBody>
      <dsp:txXfrm>
        <a:off x="6603761" y="906980"/>
        <a:ext cx="1802489" cy="2317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4735114-E7FD-1680-D4F0-02420C9A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>
            <a:extLst>
              <a:ext uri="{FF2B5EF4-FFF2-40B4-BE49-F238E27FC236}">
                <a16:creationId xmlns:a16="http://schemas.microsoft.com/office/drawing/2014/main" id="{DE9563C9-5A0C-40DF-989B-20DEADB45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>
            <a:extLst>
              <a:ext uri="{FF2B5EF4-FFF2-40B4-BE49-F238E27FC236}">
                <a16:creationId xmlns:a16="http://schemas.microsoft.com/office/drawing/2014/main" id="{74AB9EC9-0EFB-6AA5-EE27-065519E2F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6738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8A0E119-C089-BA4E-E8F1-F63BCC207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>
            <a:extLst>
              <a:ext uri="{FF2B5EF4-FFF2-40B4-BE49-F238E27FC236}">
                <a16:creationId xmlns:a16="http://schemas.microsoft.com/office/drawing/2014/main" id="{83222929-FC81-6548-35DC-810951E88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>
            <a:extLst>
              <a:ext uri="{FF2B5EF4-FFF2-40B4-BE49-F238E27FC236}">
                <a16:creationId xmlns:a16="http://schemas.microsoft.com/office/drawing/2014/main" id="{47D844C2-3DFE-8E67-089D-1CCC2093C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284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4334BEE-8B22-8308-E2F2-E697C21F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>
            <a:extLst>
              <a:ext uri="{FF2B5EF4-FFF2-40B4-BE49-F238E27FC236}">
                <a16:creationId xmlns:a16="http://schemas.microsoft.com/office/drawing/2014/main" id="{855E20A7-0061-0069-086D-269A0D7A6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>
            <a:extLst>
              <a:ext uri="{FF2B5EF4-FFF2-40B4-BE49-F238E27FC236}">
                <a16:creationId xmlns:a16="http://schemas.microsoft.com/office/drawing/2014/main" id="{23336822-781C-3ECB-6D20-F463C0B38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809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261BA63-5C43-E957-3078-828C3520E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>
            <a:extLst>
              <a:ext uri="{FF2B5EF4-FFF2-40B4-BE49-F238E27FC236}">
                <a16:creationId xmlns:a16="http://schemas.microsoft.com/office/drawing/2014/main" id="{8F123B9E-1024-3348-241E-837696E2A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>
            <a:extLst>
              <a:ext uri="{FF2B5EF4-FFF2-40B4-BE49-F238E27FC236}">
                <a16:creationId xmlns:a16="http://schemas.microsoft.com/office/drawing/2014/main" id="{7C92EF00-347D-15B7-6389-7AA76AC4F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390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A3AABC2-8256-5754-324E-ADEBDD26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>
            <a:extLst>
              <a:ext uri="{FF2B5EF4-FFF2-40B4-BE49-F238E27FC236}">
                <a16:creationId xmlns:a16="http://schemas.microsoft.com/office/drawing/2014/main" id="{098BCAF2-ED9A-9862-4BA9-670B8CE5A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>
            <a:extLst>
              <a:ext uri="{FF2B5EF4-FFF2-40B4-BE49-F238E27FC236}">
                <a16:creationId xmlns:a16="http://schemas.microsoft.com/office/drawing/2014/main" id="{15D00C01-43B9-C2F9-B3BB-7AEA57C45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779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6A80A83-3A25-1F13-D178-52D4F39E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>
            <a:extLst>
              <a:ext uri="{FF2B5EF4-FFF2-40B4-BE49-F238E27FC236}">
                <a16:creationId xmlns:a16="http://schemas.microsoft.com/office/drawing/2014/main" id="{83421796-D14D-0E2B-E31D-84057D764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>
            <a:extLst>
              <a:ext uri="{FF2B5EF4-FFF2-40B4-BE49-F238E27FC236}">
                <a16:creationId xmlns:a16="http://schemas.microsoft.com/office/drawing/2014/main" id="{0BCCF911-9693-DB76-04AE-3CFD174968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6862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693B5BA1-BAA3-33A2-493E-EAC67272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8AF82A2E-41B0-2DFA-278F-9201F7F8E0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6A19E558-FDA0-E4B1-39C4-4D6EB95F6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349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DC4494A-3887-E653-01A1-69D1E01C5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806CF87F-2E8E-BE75-C5C3-5A7292855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601B1E1C-87F0-C457-84AD-60EFE7D71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23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9A5BE42E-3670-CF51-7534-C324402A7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94986F60-1E00-5610-433A-F833B2ADD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6140F1A3-82A9-EFFA-E82D-B712D3002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5343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FE8FBEF-296C-AA43-B388-F237D1C7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A41840BB-AD83-F7F1-326A-73E55BEC0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475B6087-E70A-52CF-61B2-B682C9250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303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E1DB0F29-E1B0-442E-B865-2CCA7CF64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id="{719618CF-D5CC-50E0-F970-88FA3FF3F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id="{31D849C2-0789-E970-77E3-D3E51DDBD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288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74A6B24D-6B8E-9FC6-8C8F-5B3365AD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id="{D3BE95EC-9E4F-125F-17C8-B827D104A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id="{B1767297-CFF4-C79B-2E9A-0C6ECB57A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813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55F98A3F-3181-CEFD-18BB-4CEFFD5B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id="{E2D74852-A398-77BA-76CF-6DE2E1999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id="{B250A93B-9F35-716E-6134-60A9BC8A7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5797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jpe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51400" y="2717007"/>
            <a:ext cx="3281100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/>
              <a:t>Дослідження</a:t>
            </a:r>
            <a:r>
              <a:rPr lang="ru-RU" sz="2400" dirty="0"/>
              <a:t> </a:t>
            </a:r>
            <a:r>
              <a:rPr lang="ru-RU" sz="2400" dirty="0" err="1"/>
              <a:t>методів</a:t>
            </a:r>
            <a:r>
              <a:rPr lang="ru-RU" sz="2400" dirty="0"/>
              <a:t> </a:t>
            </a:r>
            <a:r>
              <a:rPr lang="ru-RU" sz="2400" dirty="0" err="1"/>
              <a:t>виявлення</a:t>
            </a:r>
            <a:r>
              <a:rPr lang="ru-RU" sz="2400" dirty="0"/>
              <a:t> </a:t>
            </a:r>
            <a:r>
              <a:rPr lang="ru-RU" sz="2400" dirty="0" err="1"/>
              <a:t>аномалій</a:t>
            </a:r>
            <a:r>
              <a:rPr lang="ru-RU" sz="2400" dirty="0"/>
              <a:t> у логах </a:t>
            </a:r>
            <a:r>
              <a:rPr lang="ru-RU" sz="2400" dirty="0" err="1"/>
              <a:t>програмного</a:t>
            </a:r>
            <a:r>
              <a:rPr lang="ru-RU" sz="2400" dirty="0"/>
              <a:t> </a:t>
            </a:r>
            <a:r>
              <a:rPr lang="ru-RU" sz="2400" dirty="0" err="1"/>
              <a:t>забезпечення</a:t>
            </a:r>
            <a:r>
              <a:rPr lang="ru-RU" sz="2400" dirty="0"/>
              <a:t> з метою </a:t>
            </a:r>
            <a:r>
              <a:rPr lang="ru-RU" sz="2400" dirty="0" err="1"/>
              <a:t>їх</a:t>
            </a:r>
            <a:r>
              <a:rPr lang="ru-RU" sz="2400" dirty="0"/>
              <a:t> </a:t>
            </a:r>
            <a:r>
              <a:rPr lang="ru-RU" sz="2400" dirty="0" err="1"/>
              <a:t>застосування</a:t>
            </a:r>
            <a:r>
              <a:rPr lang="ru-RU" sz="2400" dirty="0"/>
              <a:t> у системах </a:t>
            </a:r>
            <a:r>
              <a:rPr lang="ru-RU" sz="2400" dirty="0" err="1"/>
              <a:t>моніторингу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573648" y="3237725"/>
            <a:ext cx="5812999" cy="1734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Чубаров Євген Едуардович, ІПЗм-24-2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Науковий керівник: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к.т.н., доц. каф. ПІ Русакова Наталія Євгенівна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20 травня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55B316F-94A5-F86F-42CC-F6D81A699D1F}"/>
              </a:ext>
            </a:extLst>
          </p:cNvPr>
          <p:cNvSpPr/>
          <p:nvPr/>
        </p:nvSpPr>
        <p:spPr>
          <a:xfrm>
            <a:off x="208156" y="749526"/>
            <a:ext cx="8728012" cy="16294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-156114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Актуальність</a:t>
            </a:r>
            <a:endParaRPr sz="3200" dirty="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7BFA32A3-88ED-FC05-BB44-11EE740D9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3154275"/>
              </p:ext>
            </p:extLst>
          </p:nvPr>
        </p:nvGraphicFramePr>
        <p:xfrm>
          <a:off x="446048" y="869960"/>
          <a:ext cx="8251904" cy="1703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94A9179-CA9D-16E7-5E41-F07EEECA8D95}"/>
              </a:ext>
            </a:extLst>
          </p:cNvPr>
          <p:cNvSpPr txBox="1"/>
          <p:nvPr/>
        </p:nvSpPr>
        <p:spPr>
          <a:xfrm>
            <a:off x="357048" y="86847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КЛЮЧОВІ ПРОБЛЕМИ:</a:t>
            </a:r>
            <a:endParaRPr lang="ru-UA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486BED5-6F57-0781-3265-28FFA5A1AD31}"/>
              </a:ext>
            </a:extLst>
          </p:cNvPr>
          <p:cNvSpPr/>
          <p:nvPr/>
        </p:nvSpPr>
        <p:spPr>
          <a:xfrm>
            <a:off x="208156" y="2534580"/>
            <a:ext cx="8728012" cy="7736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k-UA" sz="1200" noProof="0" dirty="0">
                <a:solidFill>
                  <a:srgbClr val="000000"/>
                </a:solidFill>
                <a:latin typeface="Arial"/>
                <a:cs typeface="Arial"/>
              </a:rPr>
              <a:t>МЕТА РОБОТИ: дослідження методів виявлення аномалій у </a:t>
            </a:r>
            <a:r>
              <a:rPr lang="uk-UA" sz="1200" noProof="0" dirty="0" err="1">
                <a:solidFill>
                  <a:srgbClr val="000000"/>
                </a:solidFill>
                <a:latin typeface="Arial"/>
                <a:cs typeface="Arial"/>
              </a:rPr>
              <a:t>логах</a:t>
            </a:r>
            <a:r>
              <a:rPr lang="uk-UA" sz="1200" noProof="0" dirty="0">
                <a:solidFill>
                  <a:srgbClr val="000000"/>
                </a:solidFill>
                <a:latin typeface="Arial"/>
                <a:cs typeface="Arial"/>
              </a:rPr>
              <a:t> програмного забезпечення та формування рекомендацій щодо їх практичного застосування у системах моніторингу на основі поєднання теоретичного багатокритеріального оцінювання та експериментальної перевірки на наборах </a:t>
            </a:r>
            <a:r>
              <a:rPr lang="uk-UA" sz="1200" noProof="0" dirty="0" err="1">
                <a:solidFill>
                  <a:srgbClr val="000000"/>
                </a:solidFill>
                <a:latin typeface="Arial"/>
                <a:cs typeface="Arial"/>
              </a:rPr>
              <a:t>логових</a:t>
            </a:r>
            <a:r>
              <a:rPr lang="uk-UA" sz="1200" noProof="0" dirty="0">
                <a:solidFill>
                  <a:srgbClr val="000000"/>
                </a:solidFill>
                <a:latin typeface="Arial"/>
                <a:cs typeface="Arial"/>
              </a:rPr>
              <a:t> даних різної природи.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27090CA-D126-4932-AC17-D917BC1346CC}"/>
              </a:ext>
            </a:extLst>
          </p:cNvPr>
          <p:cNvSpPr/>
          <p:nvPr/>
        </p:nvSpPr>
        <p:spPr>
          <a:xfrm>
            <a:off x="208156" y="3489635"/>
            <a:ext cx="4252331" cy="7736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k-UA" sz="1200" noProof="0" dirty="0">
                <a:solidFill>
                  <a:srgbClr val="000000"/>
                </a:solidFill>
                <a:latin typeface="Arial"/>
                <a:cs typeface="Arial"/>
              </a:rPr>
              <a:t>ОБ’ЄКТ ДОСЛІДЖЕННЯ: процес виявлення аномалій в </a:t>
            </a:r>
            <a:r>
              <a:rPr lang="uk-UA" sz="1200" noProof="0" dirty="0" err="1">
                <a:solidFill>
                  <a:srgbClr val="000000"/>
                </a:solidFill>
                <a:latin typeface="Arial"/>
                <a:cs typeface="Arial"/>
              </a:rPr>
              <a:t>логах</a:t>
            </a:r>
            <a:endParaRPr lang="uk-UA" sz="1200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DFA5B9C-6714-2398-5B0A-AAE7C23250D8}"/>
              </a:ext>
            </a:extLst>
          </p:cNvPr>
          <p:cNvSpPr/>
          <p:nvPr/>
        </p:nvSpPr>
        <p:spPr>
          <a:xfrm>
            <a:off x="4683516" y="3489635"/>
            <a:ext cx="4236750" cy="77361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k-UA" sz="1200" noProof="0" dirty="0">
                <a:solidFill>
                  <a:srgbClr val="000000"/>
                </a:solidFill>
                <a:latin typeface="Arial"/>
                <a:cs typeface="Arial"/>
              </a:rPr>
              <a:t>ПРЕДМЕТ ДОСЛІДЖЕННЯ: методи, моделі та інструменти виявлення аномалій в </a:t>
            </a:r>
            <a:r>
              <a:rPr lang="uk-UA" sz="1200" noProof="0" dirty="0" err="1">
                <a:solidFill>
                  <a:srgbClr val="000000"/>
                </a:solidFill>
                <a:latin typeface="Arial"/>
                <a:cs typeface="Arial"/>
              </a:rPr>
              <a:t>логах</a:t>
            </a:r>
            <a:endParaRPr lang="uk-UA" sz="1200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Огляд літератури (аналогів)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7" name="Picture 4" descr="50+ Data Anomaly Stock Illustrations, Royalty-Free Vector Graphics &amp; Clip  Art - iStock">
            <a:extLst>
              <a:ext uri="{FF2B5EF4-FFF2-40B4-BE49-F238E27FC236}">
                <a16:creationId xmlns:a16="http://schemas.microsoft.com/office/drawing/2014/main" id="{F102A24A-9CA8-3A0A-9FB8-C61D665B7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462" y="1051636"/>
            <a:ext cx="3712266" cy="2717476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9FE4B808-2AB4-F77B-7FDE-86BA28F379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2827710"/>
              </p:ext>
            </p:extLst>
          </p:nvPr>
        </p:nvGraphicFramePr>
        <p:xfrm>
          <a:off x="365760" y="877643"/>
          <a:ext cx="4757853" cy="3310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</a:t>
            </a:r>
            <a:endParaRPr sz="3200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graphicFrame>
        <p:nvGraphicFramePr>
          <p:cNvPr id="5" name="Diagram 2">
            <a:extLst>
              <a:ext uri="{FF2B5EF4-FFF2-40B4-BE49-F238E27FC236}">
                <a16:creationId xmlns:a16="http://schemas.microsoft.com/office/drawing/2014/main" id="{ACE7FA21-79A7-BCC8-57EA-5F5B300FC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405702"/>
              </p:ext>
            </p:extLst>
          </p:nvPr>
        </p:nvGraphicFramePr>
        <p:xfrm>
          <a:off x="155850" y="532214"/>
          <a:ext cx="8832300" cy="3940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24192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Методологія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08" y="4606348"/>
            <a:ext cx="535326" cy="4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D1DCEB2-2A28-45D9-EF17-77049B14D86D}"/>
              </a:ext>
            </a:extLst>
          </p:cNvPr>
          <p:cNvSpPr/>
          <p:nvPr/>
        </p:nvSpPr>
        <p:spPr>
          <a:xfrm>
            <a:off x="133849" y="836625"/>
            <a:ext cx="4363844" cy="36164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71E32AA-9052-EB7F-372E-2DF2B4B744C3}"/>
              </a:ext>
            </a:extLst>
          </p:cNvPr>
          <p:cNvSpPr/>
          <p:nvPr/>
        </p:nvSpPr>
        <p:spPr>
          <a:xfrm>
            <a:off x="4646307" y="836625"/>
            <a:ext cx="4363844" cy="361642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uk-UA" sz="1200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B92A70-A9A9-943C-DC0A-61777109A154}"/>
              </a:ext>
            </a:extLst>
          </p:cNvPr>
          <p:cNvSpPr txBox="1"/>
          <p:nvPr/>
        </p:nvSpPr>
        <p:spPr>
          <a:xfrm>
            <a:off x="843810" y="946731"/>
            <a:ext cx="29439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ТЕОРЕТИЧНЕ ДОСЛІДЖЕННЯ</a:t>
            </a:r>
            <a:endParaRPr lang="ru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37B53C-8068-7F8B-BB25-918E13A643D9}"/>
              </a:ext>
            </a:extLst>
          </p:cNvPr>
          <p:cNvSpPr txBox="1"/>
          <p:nvPr/>
        </p:nvSpPr>
        <p:spPr>
          <a:xfrm>
            <a:off x="5001287" y="946731"/>
            <a:ext cx="3653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ЕКСПЕРИМЕНТАЛЬНЕ</a:t>
            </a:r>
            <a:r>
              <a:rPr lang="ru-RU" dirty="0"/>
              <a:t> ДОСЛІДЖЕННЯ</a:t>
            </a:r>
            <a:endParaRPr lang="ru-U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0ABEF-D161-4F5A-DB3B-6D143C2B46BE}"/>
              </a:ext>
            </a:extLst>
          </p:cNvPr>
          <p:cNvSpPr txBox="1"/>
          <p:nvPr/>
        </p:nvSpPr>
        <p:spPr>
          <a:xfrm>
            <a:off x="249044" y="1476798"/>
            <a:ext cx="4114800" cy="235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Аналіз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предметної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галузі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та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наукової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літератури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визначення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альтернатив і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критеріїв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оцінювання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нормалізація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шкал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оцінювання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Парето-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відбір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альтернатив;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лінійна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адитивна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згортка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з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ваговими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коефіцієнтами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отримання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підсумкового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ранжування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методів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5CED2C-5329-4AEB-D651-2611E77C5413}"/>
              </a:ext>
            </a:extLst>
          </p:cNvPr>
          <p:cNvSpPr txBox="1"/>
          <p:nvPr/>
        </p:nvSpPr>
        <p:spPr>
          <a:xfrm>
            <a:off x="4880517" y="1364616"/>
            <a:ext cx="4129634" cy="283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50"/>
              </a:spcAft>
            </a:pPr>
            <a:r>
              <a:rPr lang="uk-UA" sz="13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Моделі: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Класичні: </a:t>
            </a: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PCA</a:t>
            </a: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, </a:t>
            </a: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Isolation Forest</a:t>
            </a: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Глибинні: </a:t>
            </a: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DeepLog</a:t>
            </a: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, </a:t>
            </a: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LogAnomaly</a:t>
            </a: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, </a:t>
            </a: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LogBERT</a:t>
            </a:r>
          </a:p>
          <a:p>
            <a:pPr algn="l">
              <a:lnSpc>
                <a:spcPts val="1650"/>
              </a:lnSpc>
              <a:spcAft>
                <a:spcPts val="450"/>
              </a:spcAft>
            </a:pPr>
            <a:r>
              <a:rPr lang="uk-UA" sz="1300" b="1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Датасети</a:t>
            </a:r>
            <a:r>
              <a:rPr lang="uk-UA" sz="13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: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HDFS</a:t>
            </a: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власний синтетичний </a:t>
            </a:r>
            <a:r>
              <a:rPr lang="uk-UA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датасет</a:t>
            </a:r>
            <a:endParaRPr lang="uk-UA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a typeface="+mn-ea"/>
              <a:cs typeface="+mn-cs"/>
            </a:endParaRPr>
          </a:p>
          <a:p>
            <a:pPr algn="l">
              <a:lnSpc>
                <a:spcPts val="1650"/>
              </a:lnSpc>
              <a:spcAft>
                <a:spcPts val="450"/>
              </a:spcAft>
            </a:pPr>
            <a:r>
              <a:rPr lang="uk-UA" sz="13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Метрики: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Точність (</a:t>
            </a: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Precision</a:t>
            </a: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), Повнота (</a:t>
            </a: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Recall)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, </a:t>
            </a:r>
            <a:r>
              <a:rPr lang="en-US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F1-score</a:t>
            </a:r>
            <a:r>
              <a:rPr lang="uk-UA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Час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навчання</a:t>
            </a:r>
            <a:r>
              <a:rPr lang="ru-RU" sz="13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 та </a:t>
            </a:r>
            <a:r>
              <a:rPr lang="ru-RU" sz="13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прогнозування</a:t>
            </a:r>
            <a:endParaRPr lang="ru-RU" sz="13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a typeface="+mn-ea"/>
              <a:cs typeface="+mn-cs"/>
            </a:endParaRPr>
          </a:p>
          <a:p>
            <a:pPr algn="l">
              <a:lnSpc>
                <a:spcPts val="1650"/>
              </a:lnSpc>
              <a:spcAft>
                <a:spcPts val="450"/>
              </a:spcAft>
            </a:pPr>
            <a:r>
              <a:rPr lang="ru-RU" sz="13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Анал</a:t>
            </a:r>
            <a:r>
              <a:rPr lang="uk-UA" sz="13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із метрик за окремими типами аномалій</a:t>
            </a:r>
            <a:endParaRPr lang="ru-RU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Теоретичне дослдідження. Лінійна адитивна згортка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EF2AA0-5B25-1C6A-B293-766CFA569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170" y="1937864"/>
            <a:ext cx="6495323" cy="2822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A48EE3-717D-1040-5507-28727ADFB0D0}"/>
              </a:ext>
            </a:extLst>
          </p:cNvPr>
          <p:cNvSpPr txBox="1"/>
          <p:nvPr/>
        </p:nvSpPr>
        <p:spPr>
          <a:xfrm>
            <a:off x="169674" y="1142967"/>
            <a:ext cx="88046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Лінійна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адитивна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згортка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дає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змогу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об’єднати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оцінки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за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окремими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критеріями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в один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інтегральний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показник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з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урахуванням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ваг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критеріїв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Для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порівняння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було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обрано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3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класичних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та 3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глибинних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методи</a:t>
            </a:r>
            <a:r>
              <a:rPr lang="ru-RU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ru-UA"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65C72B5-CF50-45B9-BA44-7A275F95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4D3B51B7-3518-3512-97F6-C0126C923D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70767"/>
            <a:ext cx="8520600" cy="8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uk-UA" sz="3200" noProof="0" dirty="0"/>
              <a:t>Теоретичне дослідження. Принцип Парето</a:t>
            </a:r>
          </a:p>
        </p:txBody>
      </p:sp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3A7B539E-F1E5-BB3D-8E80-FCD30D124F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47A383B-2756-ED93-7D2C-AF1A53E4E1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noProof="0" smtClean="0"/>
              <a:t>7</a:t>
            </a:fld>
            <a:endParaRPr lang="uk-UA" noProof="0" dirty="0"/>
          </a:p>
        </p:txBody>
      </p:sp>
      <p:sp>
        <p:nvSpPr>
          <p:cNvPr id="3" name="Google Shape;93;p17">
            <a:extLst>
              <a:ext uri="{FF2B5EF4-FFF2-40B4-BE49-F238E27FC236}">
                <a16:creationId xmlns:a16="http://schemas.microsoft.com/office/drawing/2014/main" id="{1015F9EA-A54D-7F1F-C38B-92A9849A8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70865"/>
            <a:ext cx="8520600" cy="1351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uk-UA" noProof="0" dirty="0"/>
              <a:t>За принципом Парето кількість варіантів можна скоротити наступним чином: «Варіант </a:t>
            </a:r>
            <a:r>
              <a:rPr lang="uk-UA" i="1" noProof="0" dirty="0"/>
              <a:t>a</a:t>
            </a:r>
            <a:r>
              <a:rPr lang="uk-UA" noProof="0" dirty="0"/>
              <a:t> вважається кращим за варіант </a:t>
            </a:r>
            <a:r>
              <a:rPr lang="uk-UA" i="1" noProof="0" dirty="0"/>
              <a:t>b</a:t>
            </a:r>
            <a:r>
              <a:rPr lang="uk-UA" noProof="0" dirty="0"/>
              <a:t> згідно з відношенням Парето, якщо </a:t>
            </a:r>
            <a:r>
              <a:rPr lang="uk-UA" i="1" noProof="0" dirty="0"/>
              <a:t>a</a:t>
            </a:r>
            <a:r>
              <a:rPr lang="uk-UA" noProof="0" dirty="0"/>
              <a:t> перевершує </a:t>
            </a:r>
            <a:r>
              <a:rPr lang="uk-UA" i="1" noProof="0" dirty="0"/>
              <a:t>b</a:t>
            </a:r>
            <a:r>
              <a:rPr lang="uk-UA" noProof="0" dirty="0"/>
              <a:t> хоча б за одним критерієм і при цьому за жодним іншим критерієм не є гіршим за </a:t>
            </a:r>
            <a:r>
              <a:rPr lang="uk-UA" i="1" noProof="0" dirty="0"/>
              <a:t>b</a:t>
            </a:r>
            <a:r>
              <a:rPr lang="uk-UA" noProof="0" dirty="0"/>
              <a:t>».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lang="uk-UA" noProof="0" dirty="0"/>
          </a:p>
        </p:txBody>
      </p:sp>
      <p:pic>
        <p:nvPicPr>
          <p:cNvPr id="4" name="Рисунок 3" descr="Изображение выглядит как текст, число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C5517E-4F94-5519-DCF6-DD03094E5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822" y="2360966"/>
            <a:ext cx="5231478" cy="2302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593540-B593-8F90-CA71-9B20BFAC6A64}"/>
              </a:ext>
            </a:extLst>
          </p:cNvPr>
          <p:cNvSpPr txBox="1"/>
          <p:nvPr/>
        </p:nvSpPr>
        <p:spPr>
          <a:xfrm>
            <a:off x="427463" y="2360966"/>
            <a:ext cx="29845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Проведений аналіз показав, що алгоритм </a:t>
            </a:r>
            <a:r>
              <a:rPr lang="uk-UA" noProof="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Isolation</a:t>
            </a:r>
            <a:r>
              <a:rPr lang="uk-UA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uk-UA" noProof="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Forest</a:t>
            </a:r>
            <a:r>
              <a:rPr lang="uk-UA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домінує над алгоритмом </a:t>
            </a:r>
            <a:r>
              <a:rPr lang="uk-UA" noProof="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One-Class</a:t>
            </a:r>
            <a:r>
              <a:rPr lang="uk-UA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SVM. Таким чином, альтернативу </a:t>
            </a:r>
            <a:r>
              <a:rPr lang="uk-UA" noProof="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One-Class</a:t>
            </a:r>
            <a:r>
              <a:rPr lang="uk-UA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SVM можна викреслити відповідно до принципу Парето </a:t>
            </a:r>
          </a:p>
        </p:txBody>
      </p:sp>
    </p:spTree>
    <p:extLst>
      <p:ext uri="{BB962C8B-B14F-4D97-AF65-F5344CB8AC3E}">
        <p14:creationId xmlns:p14="http://schemas.microsoft.com/office/powerpoint/2010/main" val="1222906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09B7418-8966-4E15-BE9D-8BF7D418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9E75055E-3847-837F-144B-6BDC44C773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227144"/>
            <a:ext cx="8520600" cy="8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uk-UA" sz="3200" noProof="0" dirty="0"/>
              <a:t>Теоретичне дослідження. </a:t>
            </a:r>
            <a:r>
              <a:rPr lang="uk-UA" sz="3200" dirty="0"/>
              <a:t>Результати</a:t>
            </a:r>
            <a:endParaRPr lang="uk-UA" sz="3200" noProof="0" dirty="0"/>
          </a:p>
        </p:txBody>
      </p:sp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1591A90A-9465-4E60-5FC4-088F88E9D60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768E321-CDEC-B350-2F24-037FA5ED85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noProof="0" smtClean="0"/>
              <a:t>8</a:t>
            </a:fld>
            <a:endParaRPr lang="uk-UA" noProof="0" dirty="0"/>
          </a:p>
        </p:txBody>
      </p:sp>
      <p:sp>
        <p:nvSpPr>
          <p:cNvPr id="3" name="Google Shape;93;p17">
            <a:extLst>
              <a:ext uri="{FF2B5EF4-FFF2-40B4-BE49-F238E27FC236}">
                <a16:creationId xmlns:a16="http://schemas.microsoft.com/office/drawing/2014/main" id="{86ACFF73-AE1F-4F14-4713-87C201A109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17892"/>
            <a:ext cx="8520600" cy="28516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noProof="0" dirty="0"/>
              <a:t>В результаті розрахунків було отримано наступні оцінки: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F92AB6-6E3E-0AB6-F9F1-05139888A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867" y="1507857"/>
            <a:ext cx="6122213" cy="285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EFBA7CF-5233-903B-C229-F673C76F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999F1C2-6537-616A-5066-78C817559102}"/>
              </a:ext>
            </a:extLst>
          </p:cNvPr>
          <p:cNvSpPr/>
          <p:nvPr/>
        </p:nvSpPr>
        <p:spPr>
          <a:xfrm>
            <a:off x="572162" y="820551"/>
            <a:ext cx="3999838" cy="38426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>
              <a:solidFill>
                <a:schemeClr val="tx1"/>
              </a:solidFill>
            </a:endParaRPr>
          </a:p>
        </p:txBody>
      </p:sp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00422CDB-6E95-BBBE-04E1-BEC3363D5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8122" y="-198899"/>
            <a:ext cx="8520600" cy="8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uk-UA" sz="3200" noProof="0" dirty="0"/>
              <a:t>Експериментальне дослідження</a:t>
            </a:r>
          </a:p>
        </p:txBody>
      </p:sp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67C3A21E-AEF2-1CC4-FCB9-A4B511C9C6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42" y="4547647"/>
            <a:ext cx="548700" cy="3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D75E50-E0D1-14BD-5A32-B76E35949A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noProof="0" smtClean="0"/>
              <a:t>9</a:t>
            </a:fld>
            <a:endParaRPr lang="uk-UA" noProof="0" dirty="0"/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013611B0-F813-977D-1DCA-35EDD8F396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460792"/>
              </p:ext>
            </p:extLst>
          </p:nvPr>
        </p:nvGraphicFramePr>
        <p:xfrm>
          <a:off x="754165" y="1308697"/>
          <a:ext cx="3635832" cy="3196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B4F7853-0E8E-A28A-935E-10EFB784735C}"/>
              </a:ext>
            </a:extLst>
          </p:cNvPr>
          <p:cNvSpPr txBox="1"/>
          <p:nvPr/>
        </p:nvSpPr>
        <p:spPr>
          <a:xfrm>
            <a:off x="1720955" y="910736"/>
            <a:ext cx="1702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ТИПИ АНОМАЛІЙ</a:t>
            </a:r>
            <a:endParaRPr lang="ru-UA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6C1304D-1AD9-CAE2-0C9C-671D16EB701F}"/>
              </a:ext>
            </a:extLst>
          </p:cNvPr>
          <p:cNvSpPr/>
          <p:nvPr/>
        </p:nvSpPr>
        <p:spPr>
          <a:xfrm>
            <a:off x="4654878" y="836625"/>
            <a:ext cx="3999838" cy="17351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uk-UA" sz="1200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7A204AA-C7EC-4DF4-C357-A7FC917062BB}"/>
              </a:ext>
            </a:extLst>
          </p:cNvPr>
          <p:cNvSpPr/>
          <p:nvPr/>
        </p:nvSpPr>
        <p:spPr>
          <a:xfrm>
            <a:off x="4654878" y="2645861"/>
            <a:ext cx="3999838" cy="959700"/>
          </a:xfrm>
          <a:prstGeom prst="roundRect">
            <a:avLst/>
          </a:prstGeom>
          <a:solidFill>
            <a:srgbClr val="CCECFF"/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uk-UA" sz="1200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F1782F-53A1-8366-B8BA-62F4EB44DE73}"/>
              </a:ext>
            </a:extLst>
          </p:cNvPr>
          <p:cNvSpPr txBox="1"/>
          <p:nvPr/>
        </p:nvSpPr>
        <p:spPr>
          <a:xfrm>
            <a:off x="6171578" y="910736"/>
            <a:ext cx="966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МОДЕЛІ</a:t>
            </a:r>
            <a:endParaRPr lang="ru-U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D32202-3EB6-75B8-3E62-2D4ED88697ED}"/>
              </a:ext>
            </a:extLst>
          </p:cNvPr>
          <p:cNvSpPr txBox="1"/>
          <p:nvPr/>
        </p:nvSpPr>
        <p:spPr>
          <a:xfrm>
            <a:off x="6049532" y="2741884"/>
            <a:ext cx="1210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ДАТАСЕТИ</a:t>
            </a:r>
            <a:endParaRPr lang="ru-U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685D68-A64C-4776-9F34-8E82158FE6AC}"/>
              </a:ext>
            </a:extLst>
          </p:cNvPr>
          <p:cNvSpPr txBox="1"/>
          <p:nvPr/>
        </p:nvSpPr>
        <p:spPr>
          <a:xfrm>
            <a:off x="4754003" y="1264379"/>
            <a:ext cx="2553763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altLang="ru-UA" sz="1200" b="1" dirty="0">
                <a:solidFill>
                  <a:schemeClr val="tx1"/>
                </a:solidFill>
                <a:latin typeface="Arial" panose="020B0604020202020204" pitchFamily="34" charset="0"/>
              </a:rPr>
              <a:t>Класичні моделі</a:t>
            </a:r>
            <a:r>
              <a:rPr lang="ru-UA" altLang="ru-UA" sz="12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ru-UA" altLang="ru-UA" sz="1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ru-UA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UA" sz="1200" dirty="0">
                <a:solidFill>
                  <a:schemeClr val="tx1"/>
                </a:solidFill>
                <a:latin typeface="Arial" panose="020B0604020202020204" pitchFamily="34" charset="0"/>
              </a:rPr>
              <a:t>PCA, </a:t>
            </a:r>
            <a:r>
              <a:rPr lang="en-US" altLang="ru-UA" sz="1200" dirty="0">
                <a:latin typeface="Arial" panose="020B0604020202020204" pitchFamily="34" charset="0"/>
              </a:rPr>
              <a:t>Isolation Forest;</a:t>
            </a:r>
            <a:endParaRPr lang="en-US" altLang="ru-UA" sz="1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altLang="ru-UA" sz="1200" b="1" dirty="0">
                <a:solidFill>
                  <a:schemeClr val="tx1"/>
                </a:solidFill>
                <a:latin typeface="Arial" panose="020B0604020202020204" pitchFamily="34" charset="0"/>
              </a:rPr>
              <a:t>Глибинні моделі</a:t>
            </a:r>
            <a:r>
              <a:rPr lang="ru-UA" altLang="ru-UA" sz="12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ru-UA" altLang="ru-UA" sz="1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ru-UA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UA" sz="1200" dirty="0">
                <a:solidFill>
                  <a:schemeClr val="tx1"/>
                </a:solidFill>
                <a:latin typeface="Arial" panose="020B0604020202020204" pitchFamily="34" charset="0"/>
              </a:rPr>
              <a:t>DeepLog, </a:t>
            </a:r>
            <a:r>
              <a:rPr lang="en-US" altLang="ru-UA" sz="1200" dirty="0">
                <a:latin typeface="Arial" panose="020B0604020202020204" pitchFamily="34" charset="0"/>
              </a:rPr>
              <a:t>LogAnomaly, </a:t>
            </a:r>
            <a:r>
              <a:rPr lang="en-US" altLang="ru-UA" sz="1200" dirty="0">
                <a:solidFill>
                  <a:schemeClr val="tx1"/>
                </a:solidFill>
                <a:latin typeface="Arial" panose="020B0604020202020204" pitchFamily="34" charset="0"/>
              </a:rPr>
              <a:t>LogBERT</a:t>
            </a:r>
            <a:r>
              <a:rPr lang="ru-UA" altLang="ru-UA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8" name="Picture 2" descr="Building Machine Learning Models Overview | Krasamo">
            <a:extLst>
              <a:ext uri="{FF2B5EF4-FFF2-40B4-BE49-F238E27FC236}">
                <a16:creationId xmlns:a16="http://schemas.microsoft.com/office/drawing/2014/main" id="{E096B3CE-1E3E-E4F1-F49F-AEACF43330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5" t="11697" r="13195" b="9937"/>
          <a:stretch>
            <a:fillRect/>
          </a:stretch>
        </p:blipFill>
        <p:spPr bwMode="auto">
          <a:xfrm>
            <a:off x="7138016" y="1265527"/>
            <a:ext cx="1359291" cy="99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8061F12-D8D4-8381-466C-C2473BFFD37F}"/>
              </a:ext>
            </a:extLst>
          </p:cNvPr>
          <p:cNvSpPr/>
          <p:nvPr/>
        </p:nvSpPr>
        <p:spPr>
          <a:xfrm>
            <a:off x="4654878" y="3701584"/>
            <a:ext cx="3999838" cy="96163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uk-UA" sz="12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just"/>
            <a:endParaRPr lang="uk-UA" sz="12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just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Precision, Recall, F1-score, </a:t>
            </a:r>
            <a:r>
              <a:rPr lang="uk-UA" sz="1200" dirty="0">
                <a:solidFill>
                  <a:srgbClr val="000000"/>
                </a:solidFill>
                <a:latin typeface="Arial"/>
                <a:cs typeface="Arial"/>
              </a:rPr>
              <a:t>час навчання та прогнозування</a:t>
            </a:r>
            <a:endParaRPr lang="uk-UA" sz="1200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A3EAE8-0788-8BEE-9EEE-288830FCF468}"/>
              </a:ext>
            </a:extLst>
          </p:cNvPr>
          <p:cNvSpPr txBox="1"/>
          <p:nvPr/>
        </p:nvSpPr>
        <p:spPr>
          <a:xfrm>
            <a:off x="6030884" y="3793816"/>
            <a:ext cx="1210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/>
              <a:t>МЕТРИКИ</a:t>
            </a:r>
            <a:endParaRPr lang="ru-UA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B46229-ED2C-41EF-028B-6876AD3CEE3E}"/>
              </a:ext>
            </a:extLst>
          </p:cNvPr>
          <p:cNvSpPr txBox="1"/>
          <p:nvPr/>
        </p:nvSpPr>
        <p:spPr>
          <a:xfrm>
            <a:off x="4754003" y="3007598"/>
            <a:ext cx="3743304" cy="52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HDFS</a:t>
            </a:r>
            <a:r>
              <a:rPr lang="uk-UA" sz="12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;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uk-UA" sz="12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власний синтетичний </a:t>
            </a:r>
            <a:r>
              <a:rPr lang="uk-UA" sz="12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+mn-ea"/>
                <a:cs typeface="+mn-cs"/>
              </a:rPr>
              <a:t>датасет</a:t>
            </a:r>
            <a:endParaRPr lang="uk-UA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483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B1A1A32-0C73-4820-8101-4B34353DB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343B7854-738A-2DF7-F93B-914ABFD27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8121" y="-95118"/>
            <a:ext cx="8520600" cy="8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uk-UA" sz="3200" noProof="0" dirty="0"/>
              <a:t>Експериментальне дослідження. </a:t>
            </a:r>
            <a:r>
              <a:rPr lang="uk-UA" sz="3200" noProof="0" dirty="0" err="1"/>
              <a:t>Датасети</a:t>
            </a:r>
            <a:endParaRPr lang="uk-UA" sz="3200" noProof="0" dirty="0"/>
          </a:p>
        </p:txBody>
      </p:sp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18FD9B41-FEC8-3085-0406-0C92AAD03B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42" y="4547647"/>
            <a:ext cx="548700" cy="3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EA4BA77-7D81-92EB-03AE-88F3EDC7F6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noProof="0" smtClean="0"/>
              <a:t>10</a:t>
            </a:fld>
            <a:endParaRPr lang="uk-UA" noProof="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D8F0792-4837-43C8-4528-EDDFC5891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478719"/>
              </p:ext>
            </p:extLst>
          </p:nvPr>
        </p:nvGraphicFramePr>
        <p:xfrm>
          <a:off x="122842" y="1047351"/>
          <a:ext cx="8895879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293">
                  <a:extLst>
                    <a:ext uri="{9D8B030D-6E8A-4147-A177-3AD203B41FA5}">
                      <a16:colId xmlns:a16="http://schemas.microsoft.com/office/drawing/2014/main" val="3177087303"/>
                    </a:ext>
                  </a:extLst>
                </a:gridCol>
                <a:gridCol w="2965293">
                  <a:extLst>
                    <a:ext uri="{9D8B030D-6E8A-4147-A177-3AD203B41FA5}">
                      <a16:colId xmlns:a16="http://schemas.microsoft.com/office/drawing/2014/main" val="2136214263"/>
                    </a:ext>
                  </a:extLst>
                </a:gridCol>
                <a:gridCol w="2965293">
                  <a:extLst>
                    <a:ext uri="{9D8B030D-6E8A-4147-A177-3AD203B41FA5}">
                      <a16:colId xmlns:a16="http://schemas.microsoft.com/office/drawing/2014/main" val="2709955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 err="1"/>
                        <a:t>Датасет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«Класичний» </a:t>
                      </a:r>
                      <a:r>
                        <a:rPr lang="en-US" dirty="0"/>
                        <a:t>HDFS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Синтетичний </a:t>
                      </a:r>
                      <a:r>
                        <a:rPr lang="uk-UA" dirty="0" err="1"/>
                        <a:t>датасет</a:t>
                      </a:r>
                      <a:r>
                        <a:rPr lang="uk-UA" dirty="0"/>
                        <a:t> з </a:t>
                      </a:r>
                      <a:r>
                        <a:rPr lang="uk-UA" dirty="0" err="1"/>
                        <a:t>логами</a:t>
                      </a:r>
                      <a:r>
                        <a:rPr lang="uk-UA" dirty="0"/>
                        <a:t> </a:t>
                      </a:r>
                      <a:r>
                        <a:rPr lang="en-US" dirty="0"/>
                        <a:t>e-commerce API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066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Джерело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LogHub</a:t>
                      </a:r>
                      <a:r>
                        <a:rPr lang="en-US" dirty="0"/>
                        <a:t> (</a:t>
                      </a:r>
                      <a:r>
                        <a:rPr lang="uk-UA" dirty="0"/>
                        <a:t>відкритий промисловий </a:t>
                      </a:r>
                      <a:r>
                        <a:rPr lang="uk-UA" dirty="0" err="1"/>
                        <a:t>датасет</a:t>
                      </a:r>
                      <a:r>
                        <a:rPr lang="uk-UA" dirty="0"/>
                        <a:t>)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Тестовий стенд на базі </a:t>
                      </a:r>
                      <a:r>
                        <a:rPr lang="en-US" dirty="0"/>
                        <a:t>ASP.NET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13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Тип </a:t>
                      </a:r>
                      <a:r>
                        <a:rPr lang="uk-UA" dirty="0" err="1"/>
                        <a:t>логів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Інфраструктурні </a:t>
                      </a:r>
                      <a:r>
                        <a:rPr lang="uk-UA" dirty="0" err="1"/>
                        <a:t>логи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Прикладні </a:t>
                      </a:r>
                      <a:r>
                        <a:rPr lang="en-US" dirty="0"/>
                        <a:t>(</a:t>
                      </a:r>
                      <a:r>
                        <a:rPr lang="uk-UA" dirty="0" err="1"/>
                        <a:t>логи</a:t>
                      </a:r>
                      <a:r>
                        <a:rPr lang="uk-UA" dirty="0"/>
                        <a:t> </a:t>
                      </a:r>
                      <a:r>
                        <a:rPr lang="en-US" dirty="0"/>
                        <a:t>HTTP </a:t>
                      </a:r>
                      <a:r>
                        <a:rPr lang="uk-UA" dirty="0"/>
                        <a:t>запитів, помилки роботи </a:t>
                      </a:r>
                      <a:r>
                        <a:rPr lang="en-US" dirty="0"/>
                        <a:t>API)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86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Формат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 err="1"/>
                        <a:t>Напівструктурований</a:t>
                      </a:r>
                      <a:r>
                        <a:rPr lang="uk-UA" dirty="0"/>
                        <a:t> текст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Структуровані </a:t>
                      </a:r>
                      <a:r>
                        <a:rPr lang="en-US" dirty="0"/>
                        <a:t>JSON </a:t>
                      </a:r>
                      <a:r>
                        <a:rPr lang="uk-UA" dirty="0" err="1"/>
                        <a:t>логи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353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Обсяг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</a:t>
                      </a:r>
                      <a:r>
                        <a:rPr lang="uk-UA" dirty="0"/>
                        <a:t>11 млн. рядків / 575 тис. блоків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</a:t>
                      </a:r>
                      <a:r>
                        <a:rPr lang="uk-UA" dirty="0"/>
                        <a:t>2 млн. рядків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26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Розмітка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Бінарна (є або немає аномалії)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Бінарна + розширена розмітка по типам аномалій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21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Природа </a:t>
                      </a:r>
                      <a:r>
                        <a:rPr lang="uk-UA" dirty="0" err="1"/>
                        <a:t>логів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Життєвий цикл блоків даних в файловій системі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Бізнес-логіка </a:t>
                      </a:r>
                      <a:r>
                        <a:rPr lang="en-US" dirty="0"/>
                        <a:t>e-commerce API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77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405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8B7F8092-B85F-599E-BD5C-8043E179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49183B96-6F12-262D-8091-6154A073C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842" y="-95118"/>
            <a:ext cx="9021158" cy="8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uk-UA" sz="3200" noProof="0" dirty="0"/>
              <a:t>Експериментальне дослідження. Тестовий стенд</a:t>
            </a:r>
          </a:p>
        </p:txBody>
      </p:sp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373886D7-2545-10A9-778E-7BA03D8CBB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42" y="4547647"/>
            <a:ext cx="548700" cy="3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8ECA21-8C7B-0221-300D-F1EB2E440A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noProof="0" smtClean="0"/>
              <a:t>11</a:t>
            </a:fld>
            <a:endParaRPr lang="uk-UA" noProof="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D4B97F-A9D2-C7B2-F124-4F49B95C4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958" y="1171398"/>
            <a:ext cx="5658200" cy="3376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07F314-4436-9692-4ED7-6C642CD2C0FB}"/>
              </a:ext>
            </a:extLst>
          </p:cNvPr>
          <p:cNvSpPr txBox="1"/>
          <p:nvPr/>
        </p:nvSpPr>
        <p:spPr>
          <a:xfrm>
            <a:off x="197004" y="1197528"/>
            <a:ext cx="311119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Навіщо синтетичний </a:t>
            </a:r>
            <a:r>
              <a:rPr lang="uk-UA" b="1" noProof="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датасет</a:t>
            </a:r>
            <a:r>
              <a:rPr lang="uk-UA" b="1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r>
              <a:rPr lang="ru-RU" dirty="0" err="1"/>
              <a:t>Існуючі</a:t>
            </a:r>
            <a:r>
              <a:rPr lang="ru-RU" dirty="0"/>
              <a:t> </a:t>
            </a:r>
            <a:r>
              <a:rPr lang="ru-RU" dirty="0" err="1"/>
              <a:t>відкриті</a:t>
            </a:r>
            <a:r>
              <a:rPr lang="ru-RU" dirty="0"/>
              <a:t> </a:t>
            </a:r>
            <a:r>
              <a:rPr lang="ru-RU" dirty="0" err="1"/>
              <a:t>набори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en-US" dirty="0"/>
              <a:t> </a:t>
            </a:r>
            <a:r>
              <a:rPr lang="uk-UA" dirty="0"/>
              <a:t>з веб-трафіком</a:t>
            </a:r>
            <a:r>
              <a:rPr lang="ru-RU" dirty="0"/>
              <a:t>, </a:t>
            </a:r>
            <a:r>
              <a:rPr lang="ru-RU" dirty="0" err="1"/>
              <a:t>зокрема</a:t>
            </a:r>
            <a:r>
              <a:rPr lang="ru-RU" dirty="0"/>
              <a:t> </a:t>
            </a:r>
            <a:r>
              <a:rPr lang="pl-PL" dirty="0"/>
              <a:t>E-Commerce </a:t>
            </a:r>
            <a:r>
              <a:rPr lang="pl-PL" dirty="0" err="1"/>
              <a:t>Website</a:t>
            </a:r>
            <a:r>
              <a:rPr lang="pl-PL" dirty="0"/>
              <a:t> </a:t>
            </a:r>
            <a:r>
              <a:rPr lang="pl-PL" dirty="0" err="1"/>
              <a:t>Logs</a:t>
            </a:r>
            <a:r>
              <a:rPr lang="pl-PL" dirty="0"/>
              <a:t> </a:t>
            </a:r>
            <a:r>
              <a:rPr lang="ru-RU" dirty="0"/>
              <a:t>і </a:t>
            </a:r>
            <a:r>
              <a:rPr lang="pl-PL" dirty="0" err="1"/>
              <a:t>Synthetic</a:t>
            </a:r>
            <a:r>
              <a:rPr lang="pl-PL" dirty="0"/>
              <a:t> </a:t>
            </a:r>
            <a:r>
              <a:rPr lang="pl-PL" dirty="0" err="1"/>
              <a:t>Cybersecurity</a:t>
            </a:r>
            <a:r>
              <a:rPr lang="pl-PL" dirty="0"/>
              <a:t> </a:t>
            </a:r>
            <a:r>
              <a:rPr lang="pl-PL" dirty="0" err="1"/>
              <a:t>Logs</a:t>
            </a:r>
            <a:r>
              <a:rPr lang="pl-PL" dirty="0"/>
              <a:t> for </a:t>
            </a:r>
            <a:r>
              <a:rPr lang="pl-PL" dirty="0" err="1"/>
              <a:t>Anomaly</a:t>
            </a:r>
            <a:r>
              <a:rPr lang="pl-PL" dirty="0"/>
              <a:t> </a:t>
            </a:r>
            <a:r>
              <a:rPr lang="pl-PL" dirty="0" err="1"/>
              <a:t>Detection</a:t>
            </a:r>
            <a:r>
              <a:rPr lang="pl-PL" dirty="0"/>
              <a:t> </a:t>
            </a:r>
            <a:r>
              <a:rPr lang="ru-RU" dirty="0"/>
              <a:t>з </a:t>
            </a:r>
            <a:r>
              <a:rPr lang="pl-PL" dirty="0" err="1"/>
              <a:t>Kaggle</a:t>
            </a:r>
            <a:r>
              <a:rPr lang="pl-PL" dirty="0"/>
              <a:t>, </a:t>
            </a:r>
            <a:r>
              <a:rPr lang="ru-RU" dirty="0"/>
              <a:t>не </a:t>
            </a:r>
            <a:r>
              <a:rPr lang="ru-RU" dirty="0" err="1"/>
              <a:t>забезпечують</a:t>
            </a:r>
            <a:r>
              <a:rPr lang="ru-RU" dirty="0"/>
              <a:t> </a:t>
            </a:r>
            <a:r>
              <a:rPr lang="ru-RU" dirty="0" err="1"/>
              <a:t>достатнього</a:t>
            </a:r>
            <a:r>
              <a:rPr lang="ru-RU" dirty="0"/>
              <a:t>  контексту, а також </a:t>
            </a:r>
            <a:r>
              <a:rPr lang="ru-RU" dirty="0" err="1"/>
              <a:t>розмітки</a:t>
            </a:r>
            <a:r>
              <a:rPr lang="ru-RU" dirty="0"/>
              <a:t> за типами </a:t>
            </a:r>
            <a:r>
              <a:rPr lang="ru-RU" dirty="0" err="1"/>
              <a:t>прикладних</a:t>
            </a:r>
            <a:r>
              <a:rPr lang="ru-RU" dirty="0"/>
              <a:t> </a:t>
            </a:r>
            <a:r>
              <a:rPr lang="ru-RU" dirty="0" err="1"/>
              <a:t>аномалій</a:t>
            </a:r>
            <a:r>
              <a:rPr lang="ru-RU" dirty="0"/>
              <a:t>.</a:t>
            </a:r>
            <a:endParaRPr lang="uk-UA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endParaRPr lang="uk-UA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uk-UA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Чому </a:t>
            </a:r>
            <a:r>
              <a:rPr lang="en-US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e-commerce?</a:t>
            </a:r>
            <a:endParaRPr lang="uk-UA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зрозумілий</a:t>
            </a:r>
            <a:r>
              <a:rPr lang="ru-RU" dirty="0"/>
              <a:t> </a:t>
            </a:r>
            <a:r>
              <a:rPr lang="ru-RU" dirty="0" err="1"/>
              <a:t>прикладний</a:t>
            </a:r>
            <a:r>
              <a:rPr lang="ru-RU" dirty="0"/>
              <a:t> домен, 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зручно</a:t>
            </a:r>
            <a:r>
              <a:rPr lang="ru-RU" dirty="0"/>
              <a:t> </a:t>
            </a:r>
            <a:r>
              <a:rPr lang="ru-RU" dirty="0" err="1"/>
              <a:t>моделювати</a:t>
            </a:r>
            <a:r>
              <a:rPr lang="ru-RU" dirty="0"/>
              <a:t> </a:t>
            </a:r>
            <a:r>
              <a:rPr lang="ru-RU" dirty="0" err="1"/>
              <a:t>нормальні</a:t>
            </a:r>
            <a:r>
              <a:rPr lang="ru-RU" dirty="0"/>
              <a:t> й </a:t>
            </a:r>
            <a:r>
              <a:rPr lang="ru-RU" dirty="0" err="1"/>
              <a:t>аномальні</a:t>
            </a:r>
            <a:r>
              <a:rPr lang="ru-RU" dirty="0"/>
              <a:t> </a:t>
            </a:r>
            <a:r>
              <a:rPr lang="ru-RU" dirty="0" err="1"/>
              <a:t>сценарії</a:t>
            </a:r>
            <a:r>
              <a:rPr lang="ru-RU" dirty="0"/>
              <a:t> </a:t>
            </a:r>
            <a:r>
              <a:rPr lang="ru-RU" dirty="0" err="1"/>
              <a:t>бізнес-логіки</a:t>
            </a:r>
            <a:r>
              <a:rPr lang="ru-RU" dirty="0"/>
              <a:t>.</a:t>
            </a:r>
            <a:endParaRPr lang="uk-UA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C528AB-CA0B-C17A-59CF-27E4B35B2357}"/>
              </a:ext>
            </a:extLst>
          </p:cNvPr>
          <p:cNvSpPr txBox="1"/>
          <p:nvPr/>
        </p:nvSpPr>
        <p:spPr>
          <a:xfrm>
            <a:off x="197004" y="763669"/>
            <a:ext cx="8188534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UA" sz="1400" dirty="0">
                <a:latin typeface="Arial" panose="020B0604020202020204" pitchFamily="34" charset="0"/>
              </a:rPr>
              <a:t>Для </a:t>
            </a:r>
            <a:r>
              <a:rPr lang="uk-UA" altLang="ru-UA" sz="1400" dirty="0">
                <a:latin typeface="Arial" panose="020B0604020202020204" pitchFamily="34" charset="0"/>
              </a:rPr>
              <a:t>отримання синтетичного </a:t>
            </a:r>
            <a:r>
              <a:rPr lang="uk-UA" altLang="ru-UA" sz="1400" dirty="0" err="1">
                <a:latin typeface="Arial" panose="020B0604020202020204" pitchFamily="34" charset="0"/>
              </a:rPr>
              <a:t>датасету</a:t>
            </a:r>
            <a:r>
              <a:rPr lang="uk-UA" altLang="ru-UA" sz="1400" dirty="0">
                <a:latin typeface="Arial" panose="020B0604020202020204" pitchFamily="34" charset="0"/>
              </a:rPr>
              <a:t> було створено тестовий стенд </a:t>
            </a:r>
            <a:r>
              <a:rPr lang="en-US" altLang="ru-UA" sz="1400" dirty="0">
                <a:latin typeface="Arial" panose="020B0604020202020204" pitchFamily="34" charset="0"/>
              </a:rPr>
              <a:t>e-commerce API</a:t>
            </a:r>
            <a:endParaRPr lang="uk-UA" altLang="ru-UA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237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65125ACE-923C-62ED-4EB9-E92A74F8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6A88E2BB-B20B-F745-0496-94F844F461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842" y="-95118"/>
            <a:ext cx="9021158" cy="8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uk-UA" sz="3200" noProof="0" dirty="0"/>
              <a:t>Експериментальне дослідження. Тестовий стенд</a:t>
            </a:r>
          </a:p>
        </p:txBody>
      </p:sp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5811D951-86B5-F38E-4EE4-F0CF3FA11D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02" y="4608607"/>
            <a:ext cx="548700" cy="3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47FD0D-DEA7-1370-36E1-ED8420440A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noProof="0" smtClean="0"/>
              <a:t>12</a:t>
            </a:fld>
            <a:endParaRPr lang="uk-UA" noProof="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CB6676-9580-FB76-15AB-169BF29B7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878"/>
            <a:ext cx="7947660" cy="3577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altLang="ru-UA" sz="1200" dirty="0">
                <a:latin typeface="Arial" panose="020B0604020202020204" pitchFamily="34" charset="0"/>
              </a:rPr>
              <a:t>Стек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>
                <a:latin typeface="Arial" panose="020B0604020202020204" pitchFamily="34" charset="0"/>
              </a:rPr>
              <a:t>ASP.NET Core Web API </a:t>
            </a:r>
            <a:r>
              <a:rPr lang="uk-UA" altLang="ru-UA" sz="1050" dirty="0">
                <a:latin typeface="Arial" panose="020B0604020202020204" pitchFamily="34" charset="0"/>
              </a:rPr>
              <a:t>– власне </a:t>
            </a:r>
            <a:r>
              <a:rPr lang="en-US" altLang="ru-UA" sz="1050" dirty="0">
                <a:latin typeface="Arial" panose="020B0604020202020204" pitchFamily="34" charset="0"/>
              </a:rPr>
              <a:t>API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>
                <a:latin typeface="Arial" panose="020B0604020202020204" pitchFamily="34" charset="0"/>
              </a:rPr>
              <a:t>Docker – </a:t>
            </a:r>
            <a:r>
              <a:rPr lang="uk-UA" altLang="ru-UA" sz="1050" dirty="0">
                <a:latin typeface="Arial" panose="020B0604020202020204" pitchFamily="34" charset="0"/>
              </a:rPr>
              <a:t>контейнеризація та горизонтальне масштабування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>
                <a:latin typeface="Arial" panose="020B0604020202020204" pitchFamily="34" charset="0"/>
              </a:rPr>
              <a:t>Nginx</a:t>
            </a:r>
            <a:r>
              <a:rPr lang="uk-UA" altLang="ru-UA" sz="1050" dirty="0">
                <a:latin typeface="Arial" panose="020B0604020202020204" pitchFamily="34" charset="0"/>
              </a:rPr>
              <a:t> – балансування навантаження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>
                <a:latin typeface="Arial" panose="020B0604020202020204" pitchFamily="34" charset="0"/>
              </a:rPr>
              <a:t>Python</a:t>
            </a:r>
            <a:r>
              <a:rPr lang="uk-UA" altLang="ru-UA" sz="1050" dirty="0">
                <a:latin typeface="Arial" panose="020B0604020202020204" pitchFamily="34" charset="0"/>
              </a:rPr>
              <a:t> – розробка </a:t>
            </a:r>
            <a:r>
              <a:rPr lang="en-US" altLang="ru-UA" sz="1050" dirty="0">
                <a:latin typeface="Arial" panose="020B0604020202020204" pitchFamily="34" charset="0"/>
              </a:rPr>
              <a:t>Python </a:t>
            </a:r>
            <a:r>
              <a:rPr lang="uk-UA" altLang="ru-UA" sz="1050" dirty="0">
                <a:latin typeface="Arial" panose="020B0604020202020204" pitchFamily="34" charset="0"/>
              </a:rPr>
              <a:t>скриптів для емуляції дій користувача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>
                <a:latin typeface="Arial" panose="020B0604020202020204" pitchFamily="34" charset="0"/>
              </a:rPr>
              <a:t>Redis </a:t>
            </a:r>
            <a:r>
              <a:rPr lang="uk-UA" altLang="ru-UA" sz="1050" dirty="0">
                <a:latin typeface="Arial" panose="020B0604020202020204" pitchFamily="34" charset="0"/>
              </a:rPr>
              <a:t>– </a:t>
            </a:r>
            <a:r>
              <a:rPr lang="uk-UA" altLang="ru-UA" sz="1050" dirty="0" err="1">
                <a:latin typeface="Arial" panose="020B0604020202020204" pitchFamily="34" charset="0"/>
              </a:rPr>
              <a:t>кешування</a:t>
            </a:r>
            <a:endParaRPr lang="uk-UA" altLang="ru-UA" sz="1050" dirty="0">
              <a:latin typeface="Arial" panose="020B0604020202020204" pitchFamily="34" charset="0"/>
            </a:endParaRP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>
                <a:latin typeface="Arial" panose="020B0604020202020204" pitchFamily="34" charset="0"/>
              </a:rPr>
              <a:t>PostgreSQL – </a:t>
            </a:r>
            <a:r>
              <a:rPr lang="uk-UA" altLang="ru-UA" sz="1050" dirty="0">
                <a:latin typeface="Arial" panose="020B0604020202020204" pitchFamily="34" charset="0"/>
              </a:rPr>
              <a:t>сховище даних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 err="1">
                <a:latin typeface="Arial" panose="020B0604020202020204" pitchFamily="34" charset="0"/>
              </a:rPr>
              <a:t>ToxiProxy</a:t>
            </a:r>
            <a:r>
              <a:rPr lang="en-US" altLang="ru-UA" sz="1050" dirty="0">
                <a:latin typeface="Arial" panose="020B0604020202020204" pitchFamily="34" charset="0"/>
              </a:rPr>
              <a:t> – </a:t>
            </a:r>
            <a:r>
              <a:rPr lang="uk-UA" altLang="ru-UA" sz="1050" dirty="0">
                <a:latin typeface="Arial" panose="020B0604020202020204" pitchFamily="34" charset="0"/>
              </a:rPr>
              <a:t>проксі для емуляції інфраструктурних збоїв</a:t>
            </a:r>
            <a:endParaRPr lang="en-US" altLang="ru-UA" sz="105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altLang="ru-UA" sz="1200" dirty="0">
                <a:latin typeface="Arial" panose="020B0604020202020204" pitchFamily="34" charset="0"/>
              </a:rPr>
              <a:t>Бізнес-процеси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>
                <a:latin typeface="Arial" panose="020B0604020202020204" pitchFamily="34" charset="0"/>
              </a:rPr>
              <a:t>Log in &amp; log out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uk-UA" altLang="ru-UA" sz="1050" dirty="0">
                <a:latin typeface="Arial" panose="020B0604020202020204" pitchFamily="34" charset="0"/>
              </a:rPr>
              <a:t>Пошук товарів та фільтрація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uk-UA" altLang="ru-UA" sz="1050" dirty="0">
                <a:latin typeface="Arial" panose="020B0604020202020204" pitchFamily="34" charset="0"/>
              </a:rPr>
              <a:t>Керування кошиком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uk-UA" altLang="ru-UA" sz="1050" dirty="0">
                <a:latin typeface="Arial" panose="020B0604020202020204" pitchFamily="34" charset="0"/>
              </a:rPr>
              <a:t>Оформлення замовлення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altLang="ru-UA" sz="1200" dirty="0">
                <a:latin typeface="Arial" panose="020B0604020202020204" pitchFamily="34" charset="0"/>
              </a:rPr>
              <a:t>Різні сценарії взаємодії</a:t>
            </a:r>
            <a:r>
              <a:rPr lang="en-US" altLang="ru-UA" sz="1200" dirty="0">
                <a:latin typeface="Arial" panose="020B0604020202020204" pitchFamily="34" charset="0"/>
              </a:rPr>
              <a:t> </a:t>
            </a:r>
            <a:r>
              <a:rPr lang="uk-UA" altLang="ru-UA" sz="1200" dirty="0">
                <a:latin typeface="Arial" panose="020B0604020202020204" pitchFamily="34" charset="0"/>
              </a:rPr>
              <a:t>користувачів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pl-PL" altLang="ru-UA" sz="1050" dirty="0">
                <a:latin typeface="Arial" panose="020B0604020202020204" pitchFamily="34" charset="0"/>
              </a:rPr>
              <a:t>F</a:t>
            </a:r>
            <a:r>
              <a:rPr lang="ru-RU" altLang="ru-UA" sz="1050" dirty="0" err="1">
                <a:latin typeface="Arial" panose="020B0604020202020204" pitchFamily="34" charset="0"/>
              </a:rPr>
              <a:t>ocused</a:t>
            </a:r>
            <a:r>
              <a:rPr lang="ru-RU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buyer</a:t>
            </a:r>
            <a:r>
              <a:rPr lang="ru-RU" altLang="ru-UA" sz="1050" dirty="0">
                <a:latin typeface="Arial" panose="020B0604020202020204" pitchFamily="34" charset="0"/>
              </a:rPr>
              <a:t> – </a:t>
            </a:r>
            <a:r>
              <a:rPr lang="ru-RU" altLang="ru-UA" sz="1050" dirty="0" err="1">
                <a:latin typeface="Arial" panose="020B0604020202020204" pitchFamily="34" charset="0"/>
              </a:rPr>
              <a:t>логін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пошук</a:t>
            </a:r>
            <a:r>
              <a:rPr lang="ru-RU" altLang="ru-UA" sz="1050" dirty="0">
                <a:latin typeface="Arial" panose="020B0604020202020204" pitchFamily="34" charset="0"/>
              </a:rPr>
              <a:t> товару, перегляд товару, </a:t>
            </a:r>
            <a:r>
              <a:rPr lang="ru-RU" altLang="ru-UA" sz="1050" dirty="0" err="1">
                <a:latin typeface="Arial" panose="020B0604020202020204" pitchFamily="34" charset="0"/>
              </a:rPr>
              <a:t>додавання</a:t>
            </a:r>
            <a:r>
              <a:rPr lang="ru-RU" altLang="ru-UA" sz="1050" dirty="0">
                <a:latin typeface="Arial" panose="020B0604020202020204" pitchFamily="34" charset="0"/>
              </a:rPr>
              <a:t> до </a:t>
            </a:r>
            <a:r>
              <a:rPr lang="ru-RU" altLang="ru-UA" sz="1050" dirty="0" err="1">
                <a:latin typeface="Arial" panose="020B0604020202020204" pitchFamily="34" charset="0"/>
              </a:rPr>
              <a:t>кошику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checkout</a:t>
            </a:r>
            <a:r>
              <a:rPr lang="ru-RU" altLang="ru-UA" sz="1050" dirty="0">
                <a:latin typeface="Arial" panose="020B0604020202020204" pitchFamily="34" charset="0"/>
              </a:rPr>
              <a:t>, перегляд </a:t>
            </a:r>
            <a:r>
              <a:rPr lang="ru-RU" altLang="ru-UA" sz="1050" dirty="0" err="1">
                <a:latin typeface="Arial" panose="020B0604020202020204" pitchFamily="34" charset="0"/>
              </a:rPr>
              <a:t>замовлень</a:t>
            </a:r>
            <a:r>
              <a:rPr lang="ru-RU" altLang="ru-UA" sz="1050" dirty="0">
                <a:latin typeface="Arial" panose="020B0604020202020204" pitchFamily="34" charset="0"/>
              </a:rPr>
              <a:t>.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pl-PL" altLang="ru-UA" sz="1050" dirty="0">
                <a:latin typeface="Arial" panose="020B0604020202020204" pitchFamily="34" charset="0"/>
              </a:rPr>
              <a:t>B</a:t>
            </a:r>
            <a:r>
              <a:rPr lang="ru-RU" altLang="ru-UA" sz="1050" dirty="0" err="1">
                <a:latin typeface="Arial" panose="020B0604020202020204" pitchFamily="34" charset="0"/>
              </a:rPr>
              <a:t>rowser</a:t>
            </a:r>
            <a:r>
              <a:rPr lang="ru-RU" altLang="ru-UA" sz="1050" dirty="0">
                <a:latin typeface="Arial" panose="020B0604020202020204" pitchFamily="34" charset="0"/>
              </a:rPr>
              <a:t> – </a:t>
            </a:r>
            <a:r>
              <a:rPr lang="ru-RU" altLang="ru-UA" sz="1050" dirty="0" err="1">
                <a:latin typeface="Arial" panose="020B0604020202020204" pitchFamily="34" charset="0"/>
              </a:rPr>
              <a:t>логін</a:t>
            </a:r>
            <a:r>
              <a:rPr lang="ru-RU" altLang="ru-UA" sz="1050" dirty="0">
                <a:latin typeface="Arial" panose="020B0604020202020204" pitchFamily="34" charset="0"/>
              </a:rPr>
              <a:t>, перегляд каталогу, </a:t>
            </a:r>
            <a:r>
              <a:rPr lang="ru-RU" altLang="ru-UA" sz="1050" dirty="0" err="1">
                <a:latin typeface="Arial" panose="020B0604020202020204" pitchFamily="34" charset="0"/>
              </a:rPr>
              <a:t>кілька</a:t>
            </a:r>
            <a:r>
              <a:rPr lang="ru-RU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переглядів</a:t>
            </a:r>
            <a:r>
              <a:rPr lang="ru-RU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товарів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пошук</a:t>
            </a:r>
            <a:r>
              <a:rPr lang="ru-RU" altLang="ru-UA" sz="1050" dirty="0">
                <a:latin typeface="Arial" panose="020B0604020202020204" pitchFamily="34" charset="0"/>
              </a:rPr>
              <a:t>, без </a:t>
            </a:r>
            <a:r>
              <a:rPr lang="ru-RU" altLang="ru-UA" sz="1050" dirty="0" err="1">
                <a:latin typeface="Arial" panose="020B0604020202020204" pitchFamily="34" charset="0"/>
              </a:rPr>
              <a:t>обов'язкової</a:t>
            </a:r>
            <a:r>
              <a:rPr lang="ru-RU" altLang="ru-UA" sz="1050" dirty="0">
                <a:latin typeface="Arial" panose="020B0604020202020204" pitchFamily="34" charset="0"/>
              </a:rPr>
              <a:t> покупки.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pl-PL" altLang="ru-UA" sz="1050" dirty="0">
                <a:latin typeface="Arial" panose="020B0604020202020204" pitchFamily="34" charset="0"/>
              </a:rPr>
              <a:t>I</a:t>
            </a:r>
            <a:r>
              <a:rPr lang="ru-RU" altLang="ru-UA" sz="1050" dirty="0" err="1">
                <a:latin typeface="Arial" panose="020B0604020202020204" pitchFamily="34" charset="0"/>
              </a:rPr>
              <a:t>ndecisive</a:t>
            </a:r>
            <a:r>
              <a:rPr lang="ru-RU" altLang="ru-UA" sz="1050" dirty="0">
                <a:latin typeface="Arial" panose="020B0604020202020204" pitchFamily="34" charset="0"/>
              </a:rPr>
              <a:t> – </a:t>
            </a:r>
            <a:r>
              <a:rPr lang="ru-RU" altLang="ru-UA" sz="1050" dirty="0" err="1">
                <a:latin typeface="Arial" panose="020B0604020202020204" pitchFamily="34" charset="0"/>
              </a:rPr>
              <a:t>логін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пошук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додавання</a:t>
            </a:r>
            <a:r>
              <a:rPr lang="ru-RU" altLang="ru-UA" sz="1050" dirty="0">
                <a:latin typeface="Arial" panose="020B0604020202020204" pitchFamily="34" charset="0"/>
              </a:rPr>
              <a:t> до </a:t>
            </a:r>
            <a:r>
              <a:rPr lang="ru-RU" altLang="ru-UA" sz="1050" dirty="0" err="1">
                <a:latin typeface="Arial" panose="020B0604020202020204" pitchFamily="34" charset="0"/>
              </a:rPr>
              <a:t>кошика</a:t>
            </a:r>
            <a:r>
              <a:rPr lang="ru-RU" altLang="ru-UA" sz="1050" dirty="0">
                <a:latin typeface="Arial" panose="020B0604020202020204" pitchFamily="34" charset="0"/>
              </a:rPr>
              <a:t>, перегляд </a:t>
            </a:r>
            <a:r>
              <a:rPr lang="ru-RU" altLang="ru-UA" sz="1050" dirty="0" err="1">
                <a:latin typeface="Arial" panose="020B0604020202020204" pitchFamily="34" charset="0"/>
              </a:rPr>
              <a:t>кошика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видалення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повторний</a:t>
            </a:r>
            <a:r>
              <a:rPr lang="ru-RU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пошук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можливе</a:t>
            </a:r>
            <a:r>
              <a:rPr lang="ru-RU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оновлення</a:t>
            </a:r>
            <a:r>
              <a:rPr lang="ru-RU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кількості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checkout</a:t>
            </a:r>
            <a:r>
              <a:rPr lang="ru-RU" altLang="ru-UA" sz="1050" dirty="0">
                <a:latin typeface="Arial" panose="020B0604020202020204" pitchFamily="34" charset="0"/>
              </a:rPr>
              <a:t>.</a:t>
            </a: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pl-PL" altLang="ru-UA" sz="1050" dirty="0">
                <a:latin typeface="Arial" panose="020B0604020202020204" pitchFamily="34" charset="0"/>
              </a:rPr>
              <a:t>R</a:t>
            </a:r>
            <a:r>
              <a:rPr lang="ru-RU" altLang="ru-UA" sz="1050" dirty="0" err="1">
                <a:latin typeface="Arial" panose="020B0604020202020204" pitchFamily="34" charset="0"/>
              </a:rPr>
              <a:t>eturning</a:t>
            </a:r>
            <a:r>
              <a:rPr lang="ru-RU" altLang="ru-UA" sz="1050" dirty="0">
                <a:latin typeface="Arial" panose="020B0604020202020204" pitchFamily="34" charset="0"/>
              </a:rPr>
              <a:t> – </a:t>
            </a:r>
            <a:r>
              <a:rPr lang="ru-RU" altLang="ru-UA" sz="1050" dirty="0" err="1">
                <a:latin typeface="Arial" panose="020B0604020202020204" pitchFamily="34" charset="0"/>
              </a:rPr>
              <a:t>логін</a:t>
            </a:r>
            <a:r>
              <a:rPr lang="ru-RU" altLang="ru-UA" sz="1050" dirty="0">
                <a:latin typeface="Arial" panose="020B0604020202020204" pitchFamily="34" charset="0"/>
              </a:rPr>
              <a:t>, перегляд </a:t>
            </a:r>
            <a:r>
              <a:rPr lang="ru-RU" altLang="ru-UA" sz="1050" dirty="0" err="1">
                <a:latin typeface="Arial" panose="020B0604020202020204" pitchFamily="34" charset="0"/>
              </a:rPr>
              <a:t>історії</a:t>
            </a:r>
            <a:r>
              <a:rPr lang="ru-RU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замовлень</a:t>
            </a:r>
            <a:r>
              <a:rPr lang="ru-RU" altLang="ru-UA" sz="1050" dirty="0">
                <a:latin typeface="Arial" panose="020B0604020202020204" pitchFamily="34" charset="0"/>
              </a:rPr>
              <a:t> та </a:t>
            </a:r>
            <a:r>
              <a:rPr lang="ru-RU" altLang="ru-UA" sz="1050" dirty="0" err="1">
                <a:latin typeface="Arial" panose="020B0604020202020204" pitchFamily="34" charset="0"/>
              </a:rPr>
              <a:t>профілю</a:t>
            </a:r>
            <a:r>
              <a:rPr lang="ru-RU" altLang="ru-UA" sz="1050" dirty="0">
                <a:latin typeface="Arial" panose="020B0604020202020204" pitchFamily="34" charset="0"/>
              </a:rPr>
              <a:t>, </a:t>
            </a:r>
            <a:r>
              <a:rPr lang="ru-RU" altLang="ru-UA" sz="1050" dirty="0" err="1">
                <a:latin typeface="Arial" panose="020B0604020202020204" pitchFamily="34" charset="0"/>
              </a:rPr>
              <a:t>потім</a:t>
            </a:r>
            <a:r>
              <a:rPr lang="ru-RU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купівля</a:t>
            </a:r>
            <a:r>
              <a:rPr lang="ru-RU" altLang="ru-UA" sz="1050" dirty="0">
                <a:latin typeface="Arial" panose="020B0604020202020204" pitchFamily="34" charset="0"/>
              </a:rPr>
              <a:t> 1-3 </a:t>
            </a:r>
            <a:r>
              <a:rPr lang="ru-RU" altLang="ru-UA" sz="1050" dirty="0" err="1">
                <a:latin typeface="Arial" panose="020B0604020202020204" pitchFamily="34" charset="0"/>
              </a:rPr>
              <a:t>товарів</a:t>
            </a:r>
            <a:r>
              <a:rPr lang="ru-RU" altLang="ru-UA" sz="1050" dirty="0">
                <a:latin typeface="Arial" panose="020B0604020202020204" pitchFamily="34" charset="0"/>
              </a:rPr>
              <a:t> та </a:t>
            </a:r>
            <a:r>
              <a:rPr lang="pl-PL" altLang="ru-UA" sz="1050" dirty="0" err="1">
                <a:latin typeface="Arial" panose="020B0604020202020204" pitchFamily="34" charset="0"/>
              </a:rPr>
              <a:t>checkout</a:t>
            </a:r>
            <a:r>
              <a:rPr lang="pl-PL" altLang="ru-UA" sz="1050" dirty="0">
                <a:latin typeface="Arial" panose="020B0604020202020204" pitchFamily="34" charset="0"/>
              </a:rPr>
              <a:t>.</a:t>
            </a:r>
            <a:endParaRPr lang="ru-RU" altLang="ru-UA" sz="1050" dirty="0">
              <a:latin typeface="Arial" panose="020B0604020202020204" pitchFamily="34" charset="0"/>
            </a:endParaRPr>
          </a:p>
          <a:p>
            <a:pPr marL="3600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ru-UA" sz="1050" dirty="0">
                <a:latin typeface="Arial" panose="020B0604020202020204" pitchFamily="34" charset="0"/>
              </a:rPr>
              <a:t>Q</a:t>
            </a:r>
            <a:r>
              <a:rPr lang="ru-RU" altLang="ru-UA" sz="1050" dirty="0" err="1">
                <a:latin typeface="Arial" panose="020B0604020202020204" pitchFamily="34" charset="0"/>
              </a:rPr>
              <a:t>uick</a:t>
            </a:r>
            <a:r>
              <a:rPr lang="en-US" altLang="ru-UA" sz="1050" dirty="0">
                <a:latin typeface="Arial" panose="020B0604020202020204" pitchFamily="34" charset="0"/>
              </a:rPr>
              <a:t> </a:t>
            </a:r>
            <a:r>
              <a:rPr lang="ru-RU" altLang="ru-UA" sz="1050" dirty="0" err="1">
                <a:latin typeface="Arial" panose="020B0604020202020204" pitchFamily="34" charset="0"/>
              </a:rPr>
              <a:t>buy</a:t>
            </a:r>
            <a:r>
              <a:rPr lang="en-US" altLang="ru-UA" sz="1050" dirty="0">
                <a:latin typeface="Arial" panose="020B0604020202020204" pitchFamily="34" charset="0"/>
              </a:rPr>
              <a:t> – </a:t>
            </a:r>
            <a:r>
              <a:rPr lang="uk-UA" altLang="ru-UA" sz="1050" dirty="0">
                <a:latin typeface="Arial" panose="020B0604020202020204" pitchFamily="34" charset="0"/>
              </a:rPr>
              <a:t>логін, додавання товару, </a:t>
            </a:r>
            <a:r>
              <a:rPr lang="en-US" altLang="ru-UA" sz="1050" dirty="0">
                <a:latin typeface="Arial" panose="020B0604020202020204" pitchFamily="34" charset="0"/>
              </a:rPr>
              <a:t>checkout.</a:t>
            </a:r>
            <a:endParaRPr lang="ru-RU" altLang="ru-UA" sz="1050" dirty="0">
              <a:latin typeface="Arial" panose="020B0604020202020204" pitchFamily="34" charset="0"/>
            </a:endParaRPr>
          </a:p>
        </p:txBody>
      </p:sp>
      <p:pic>
        <p:nvPicPr>
          <p:cNvPr id="4" name="Picture 3" descr="Instant Traffic Generation Services | Bit Binders">
            <a:extLst>
              <a:ext uri="{FF2B5EF4-FFF2-40B4-BE49-F238E27FC236}">
                <a16:creationId xmlns:a16="http://schemas.microsoft.com/office/drawing/2014/main" id="{A7FCE023-AACC-26F1-9F28-7FA1FECD9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326" y="1189820"/>
            <a:ext cx="4553832" cy="227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024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464C49A0-39A7-9163-170A-DAE8F6C9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0853616A-EF97-A9BB-1C71-3A5F16611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Проведення експерименту</a:t>
            </a:r>
            <a:endParaRPr sz="32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AF83EC85-7F18-96BB-41D4-6ABE1CC09D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64368D-7C4C-8CAC-3D53-6A16D66FB02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274DE89E-3C1E-DD4F-AAEE-CDB35DA9E6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3101837"/>
              </p:ext>
            </p:extLst>
          </p:nvPr>
        </p:nvGraphicFramePr>
        <p:xfrm>
          <a:off x="268925" y="983120"/>
          <a:ext cx="8466540" cy="3376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11992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7457E2E4-4927-3462-7885-B4098BA5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C9BA9D4A-1ECA-38DE-837C-B2BDDC4F7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72" y="-102550"/>
            <a:ext cx="901072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Проведення експерименту. </a:t>
            </a:r>
            <a:r>
              <a:rPr lang="uk-UA" sz="3200" dirty="0"/>
              <a:t>Вибір типу агрегації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DF4E5-7571-9062-F6D7-D3C402A8AE11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33FEB-097F-65BF-F82F-5BDF0DAF0046}"/>
              </a:ext>
            </a:extLst>
          </p:cNvPr>
          <p:cNvSpPr txBox="1"/>
          <p:nvPr/>
        </p:nvSpPr>
        <p:spPr>
          <a:xfrm>
            <a:off x="133849" y="767924"/>
            <a:ext cx="88763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Чому необхідно </a:t>
            </a:r>
            <a:r>
              <a:rPr lang="uk-UA" b="1" noProof="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агрегувати</a:t>
            </a:r>
            <a:r>
              <a:rPr lang="uk-UA" b="1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uk-UA" b="1" noProof="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логи</a:t>
            </a:r>
            <a:r>
              <a:rPr lang="uk-UA" b="1" noProof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логовий</a:t>
            </a:r>
            <a:r>
              <a:rPr lang="ru-RU" dirty="0"/>
              <a:t> </a:t>
            </a:r>
            <a:r>
              <a:rPr lang="ru-RU" dirty="0" err="1"/>
              <a:t>запис</a:t>
            </a:r>
            <a:r>
              <a:rPr lang="ru-RU" dirty="0"/>
              <a:t> </a:t>
            </a:r>
            <a:r>
              <a:rPr lang="ru-RU" dirty="0" err="1"/>
              <a:t>зазвичай</a:t>
            </a:r>
            <a:r>
              <a:rPr lang="ru-RU" dirty="0"/>
              <a:t> не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достатнього</a:t>
            </a:r>
            <a:r>
              <a:rPr lang="ru-RU" dirty="0"/>
              <a:t> контексту, тому </a:t>
            </a:r>
            <a:r>
              <a:rPr lang="ru-RU" dirty="0" err="1"/>
              <a:t>агрегація</a:t>
            </a:r>
            <a:r>
              <a:rPr lang="ru-RU" dirty="0"/>
              <a:t> переводить </a:t>
            </a: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рівня</a:t>
            </a:r>
            <a:r>
              <a:rPr lang="ru-RU" dirty="0"/>
              <a:t> </a:t>
            </a:r>
            <a:r>
              <a:rPr lang="ru-RU" dirty="0" err="1"/>
              <a:t>окремих</a:t>
            </a:r>
            <a:r>
              <a:rPr lang="ru-RU" dirty="0"/>
              <a:t> </a:t>
            </a:r>
            <a:r>
              <a:rPr lang="ru-RU" dirty="0" err="1"/>
              <a:t>рядків</a:t>
            </a:r>
            <a:r>
              <a:rPr lang="ru-RU" dirty="0"/>
              <a:t> на </a:t>
            </a:r>
            <a:r>
              <a:rPr lang="ru-RU" dirty="0" err="1"/>
              <a:t>рівень</a:t>
            </a:r>
            <a:r>
              <a:rPr lang="ru-RU" dirty="0"/>
              <a:t> </a:t>
            </a:r>
            <a:r>
              <a:rPr lang="ru-RU" dirty="0" err="1"/>
              <a:t>цілісних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 і </a:t>
            </a:r>
            <a:r>
              <a:rPr lang="ru-RU" dirty="0" err="1"/>
              <a:t>сценаріїв</a:t>
            </a:r>
            <a:r>
              <a:rPr lang="ru-RU" dirty="0"/>
              <a:t>.</a:t>
            </a:r>
            <a:endParaRPr lang="uk-UA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429C74A-0F84-3695-F7BA-A18FE28C7FCA}"/>
              </a:ext>
            </a:extLst>
          </p:cNvPr>
          <p:cNvSpPr/>
          <p:nvPr/>
        </p:nvSpPr>
        <p:spPr>
          <a:xfrm>
            <a:off x="133849" y="1583474"/>
            <a:ext cx="4363844" cy="31743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80CAEE4-3E09-48B1-54B5-772B79ED9E82}"/>
              </a:ext>
            </a:extLst>
          </p:cNvPr>
          <p:cNvSpPr/>
          <p:nvPr/>
        </p:nvSpPr>
        <p:spPr>
          <a:xfrm>
            <a:off x="4646307" y="1583474"/>
            <a:ext cx="4363844" cy="31743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uk-UA" sz="1200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26EF0-05EC-99B4-CCF4-C76A3908EE36}"/>
              </a:ext>
            </a:extLst>
          </p:cNvPr>
          <p:cNvSpPr txBox="1"/>
          <p:nvPr/>
        </p:nvSpPr>
        <p:spPr>
          <a:xfrm>
            <a:off x="456323" y="1682711"/>
            <a:ext cx="3718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АГРЕГАЦІЯ ЗА ТРАСУВАННЯМИ</a:t>
            </a:r>
          </a:p>
          <a:p>
            <a:pPr algn="ctr"/>
            <a:r>
              <a:rPr lang="ru-RU" dirty="0"/>
              <a:t>(</a:t>
            </a:r>
            <a:r>
              <a:rPr lang="en-US" dirty="0"/>
              <a:t>TRACE-BASED</a:t>
            </a:r>
            <a:r>
              <a:rPr lang="ru-RU" dirty="0"/>
              <a:t>)</a:t>
            </a:r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81985-B802-8643-BD09-47B1876723B2}"/>
              </a:ext>
            </a:extLst>
          </p:cNvPr>
          <p:cNvSpPr txBox="1"/>
          <p:nvPr/>
        </p:nvSpPr>
        <p:spPr>
          <a:xfrm>
            <a:off x="5001287" y="1682711"/>
            <a:ext cx="36538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/>
              <a:t>АГРЕГАЦІЯ НА ОСНОВІ КОРИСТУВАЦЬКИХ СЕСІЙ</a:t>
            </a:r>
          </a:p>
          <a:p>
            <a:pPr algn="ctr"/>
            <a:r>
              <a:rPr lang="en-US" dirty="0"/>
              <a:t>(SESSION-BASED)</a:t>
            </a:r>
            <a:endParaRPr lang="ru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7647E-BD2C-0714-2CA2-F4C6EEA52708}"/>
              </a:ext>
            </a:extLst>
          </p:cNvPr>
          <p:cNvSpPr txBox="1"/>
          <p:nvPr/>
        </p:nvSpPr>
        <p:spPr>
          <a:xfrm>
            <a:off x="217449" y="2386686"/>
            <a:ext cx="4191000" cy="186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локальний</a:t>
            </a:r>
            <a:r>
              <a:rPr lang="ru-RU" dirty="0"/>
              <a:t> контекст одного </a:t>
            </a:r>
            <a:r>
              <a:rPr lang="ru-RU" dirty="0" err="1"/>
              <a:t>запиту</a:t>
            </a:r>
            <a:r>
              <a:rPr lang="ru-RU" dirty="0"/>
              <a:t>;</a:t>
            </a:r>
            <a:endParaRPr lang="pl-PL" dirty="0"/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базова</a:t>
            </a:r>
            <a:r>
              <a:rPr lang="ru-RU" dirty="0"/>
              <a:t> </a:t>
            </a:r>
            <a:r>
              <a:rPr lang="ru-RU" dirty="0" err="1"/>
              <a:t>одиниця</a:t>
            </a:r>
            <a:r>
              <a:rPr lang="ru-RU" dirty="0"/>
              <a:t> </a:t>
            </a:r>
            <a:r>
              <a:rPr lang="ru-RU" dirty="0" err="1"/>
              <a:t>аналізу</a:t>
            </a:r>
            <a:r>
              <a:rPr lang="ru-RU" dirty="0"/>
              <a:t>: </a:t>
            </a:r>
            <a:r>
              <a:rPr lang="pl-PL" dirty="0" err="1"/>
              <a:t>trace</a:t>
            </a:r>
            <a:r>
              <a:rPr lang="pl-PL" dirty="0"/>
              <a:t>-</a:t>
            </a:r>
            <a:r>
              <a:rPr lang="ru-RU" dirty="0" err="1"/>
              <a:t>група</a:t>
            </a:r>
            <a:r>
              <a:rPr lang="ru-RU" dirty="0"/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добре </a:t>
            </a:r>
            <a:r>
              <a:rPr lang="ru-RU" dirty="0" err="1"/>
              <a:t>підходить</a:t>
            </a:r>
            <a:r>
              <a:rPr lang="ru-RU" dirty="0"/>
              <a:t> для </a:t>
            </a:r>
            <a:r>
              <a:rPr lang="ru-RU" dirty="0" err="1"/>
              <a:t>точкових</a:t>
            </a:r>
            <a:r>
              <a:rPr lang="ru-RU" dirty="0"/>
              <a:t> і </a:t>
            </a:r>
            <a:r>
              <a:rPr lang="ru-RU" dirty="0" err="1"/>
              <a:t>локальних</a:t>
            </a:r>
            <a:r>
              <a:rPr lang="ru-RU" dirty="0"/>
              <a:t> </a:t>
            </a:r>
            <a:r>
              <a:rPr lang="ru-RU" dirty="0" err="1"/>
              <a:t>відхилень</a:t>
            </a:r>
            <a:r>
              <a:rPr lang="ru-RU" dirty="0"/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ближча</a:t>
            </a:r>
            <a:r>
              <a:rPr lang="ru-RU" dirty="0"/>
              <a:t> до </a:t>
            </a:r>
            <a:r>
              <a:rPr lang="pl-PL" dirty="0"/>
              <a:t>APM </a:t>
            </a:r>
            <a:r>
              <a:rPr lang="ru-RU" dirty="0"/>
              <a:t>і </a:t>
            </a:r>
            <a:r>
              <a:rPr lang="pl-PL" dirty="0" err="1"/>
              <a:t>distributed</a:t>
            </a:r>
            <a:r>
              <a:rPr lang="pl-PL" dirty="0"/>
              <a:t> </a:t>
            </a:r>
            <a:r>
              <a:rPr lang="pl-PL" dirty="0" err="1"/>
              <a:t>tracing</a:t>
            </a:r>
            <a:r>
              <a:rPr lang="pl-PL" dirty="0"/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дає</a:t>
            </a:r>
            <a:r>
              <a:rPr lang="ru-RU" dirty="0"/>
              <a:t> </a:t>
            </a:r>
            <a:r>
              <a:rPr lang="ru-RU" dirty="0" err="1"/>
              <a:t>короткі</a:t>
            </a:r>
            <a:r>
              <a:rPr lang="ru-RU" dirty="0"/>
              <a:t> </a:t>
            </a:r>
            <a:r>
              <a:rPr lang="ru-RU" dirty="0" err="1"/>
              <a:t>послідовності</a:t>
            </a:r>
            <a:r>
              <a:rPr lang="ru-RU" dirty="0"/>
              <a:t> та </a:t>
            </a:r>
            <a:r>
              <a:rPr lang="ru-RU" dirty="0" err="1"/>
              <a:t>обмежений</a:t>
            </a:r>
            <a:r>
              <a:rPr lang="ru-RU" dirty="0"/>
              <a:t> </a:t>
            </a:r>
            <a:r>
              <a:rPr lang="ru-RU" dirty="0" err="1"/>
              <a:t>сценарний</a:t>
            </a:r>
            <a:r>
              <a:rPr lang="ru-RU" dirty="0"/>
              <a:t> контекст.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8D33AF-C76C-3FF8-F69B-7E4A77A69EE0}"/>
              </a:ext>
            </a:extLst>
          </p:cNvPr>
          <p:cNvSpPr txBox="1"/>
          <p:nvPr/>
        </p:nvSpPr>
        <p:spPr>
          <a:xfrm>
            <a:off x="4735517" y="2384529"/>
            <a:ext cx="4191034" cy="2297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повний</a:t>
            </a:r>
            <a:r>
              <a:rPr lang="ru-RU" dirty="0"/>
              <a:t> контекст </a:t>
            </a:r>
            <a:r>
              <a:rPr lang="ru-RU" dirty="0" err="1"/>
              <a:t>користувацького</a:t>
            </a:r>
            <a:r>
              <a:rPr lang="ru-RU" dirty="0"/>
              <a:t> </a:t>
            </a:r>
            <a:r>
              <a:rPr lang="ru-RU" dirty="0" err="1"/>
              <a:t>сценарію</a:t>
            </a:r>
            <a:r>
              <a:rPr lang="ru-RU" dirty="0"/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базова</a:t>
            </a:r>
            <a:r>
              <a:rPr lang="ru-RU" dirty="0"/>
              <a:t> </a:t>
            </a:r>
            <a:r>
              <a:rPr lang="ru-RU" dirty="0" err="1"/>
              <a:t>одиниця</a:t>
            </a:r>
            <a:r>
              <a:rPr lang="ru-RU" dirty="0"/>
              <a:t> </a:t>
            </a:r>
            <a:r>
              <a:rPr lang="ru-RU" dirty="0" err="1"/>
              <a:t>аналізу</a:t>
            </a:r>
            <a:r>
              <a:rPr lang="ru-RU" dirty="0"/>
              <a:t>: </a:t>
            </a:r>
            <a:r>
              <a:rPr lang="uk-UA" dirty="0"/>
              <a:t>користувацька сесія</a:t>
            </a:r>
            <a:r>
              <a:rPr lang="pl-PL" dirty="0"/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краще</a:t>
            </a:r>
            <a:r>
              <a:rPr lang="ru-RU" dirty="0"/>
              <a:t> </a:t>
            </a:r>
            <a:r>
              <a:rPr lang="ru-RU" dirty="0" err="1"/>
              <a:t>підходить</a:t>
            </a:r>
            <a:r>
              <a:rPr lang="ru-RU" dirty="0"/>
              <a:t> для </a:t>
            </a:r>
            <a:r>
              <a:rPr lang="ru-RU" dirty="0" err="1"/>
              <a:t>частотних</a:t>
            </a:r>
            <a:r>
              <a:rPr lang="ru-RU" dirty="0"/>
              <a:t>, </a:t>
            </a:r>
            <a:r>
              <a:rPr lang="ru-RU" dirty="0" err="1"/>
              <a:t>семантичних</a:t>
            </a:r>
            <a:r>
              <a:rPr lang="ru-RU" dirty="0"/>
              <a:t> і </a:t>
            </a:r>
            <a:r>
              <a:rPr lang="ru-RU" dirty="0" err="1"/>
              <a:t>послідовних</a:t>
            </a:r>
            <a:r>
              <a:rPr lang="ru-RU" dirty="0"/>
              <a:t> </a:t>
            </a:r>
            <a:r>
              <a:rPr lang="ru-RU" dirty="0" err="1"/>
              <a:t>аномалій</a:t>
            </a:r>
            <a:r>
              <a:rPr lang="ru-RU" dirty="0"/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дає</a:t>
            </a:r>
            <a:r>
              <a:rPr lang="ru-RU" dirty="0"/>
              <a:t> </a:t>
            </a:r>
            <a:r>
              <a:rPr lang="ru-RU" dirty="0" err="1"/>
              <a:t>змогу</a:t>
            </a:r>
            <a:r>
              <a:rPr lang="ru-RU" dirty="0"/>
              <a:t> </a:t>
            </a:r>
            <a:r>
              <a:rPr lang="ru-RU" dirty="0" err="1"/>
              <a:t>аналізувати</a:t>
            </a:r>
            <a:r>
              <a:rPr lang="ru-RU" dirty="0"/>
              <a:t> </a:t>
            </a:r>
            <a:r>
              <a:rPr lang="ru-RU" dirty="0" err="1"/>
              <a:t>багатокрокову</a:t>
            </a:r>
            <a:r>
              <a:rPr lang="ru-RU" dirty="0"/>
              <a:t> </a:t>
            </a:r>
            <a:r>
              <a:rPr lang="ru-RU" dirty="0" err="1"/>
              <a:t>бізнес-логіку</a:t>
            </a:r>
            <a:r>
              <a:rPr lang="ru-RU" dirty="0"/>
              <a:t>;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ширший</a:t>
            </a:r>
            <a:r>
              <a:rPr lang="ru-RU" dirty="0"/>
              <a:t> контекст, </a:t>
            </a:r>
            <a:r>
              <a:rPr lang="ru-RU" dirty="0" err="1"/>
              <a:t>але</a:t>
            </a:r>
            <a:r>
              <a:rPr lang="ru-RU" dirty="0"/>
              <a:t> </a:t>
            </a:r>
            <a:r>
              <a:rPr lang="ru-RU" dirty="0" err="1"/>
              <a:t>зменшує</a:t>
            </a:r>
            <a:r>
              <a:rPr lang="ru-RU" dirty="0"/>
              <a:t>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об’єктів</a:t>
            </a:r>
            <a:r>
              <a:rPr lang="ru-RU" dirty="0"/>
              <a:t> </a:t>
            </a:r>
            <a:r>
              <a:rPr lang="ru-RU" dirty="0" err="1"/>
              <a:t>спостереження</a:t>
            </a:r>
            <a:r>
              <a:rPr lang="ru-RU" dirty="0"/>
              <a:t>.</a:t>
            </a:r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58D7F685-1560-682D-026B-2FBE9CA940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2" y="4658387"/>
            <a:ext cx="489358" cy="3349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2849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F28AABFC-CD8A-95D8-0763-8FF6A90C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FBF65303-2F2C-4335-E9C7-E095A428F8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6469" y="81531"/>
            <a:ext cx="8520600" cy="4896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Результати експериментів</a:t>
            </a:r>
            <a:endParaRPr sz="32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67AE4DD6-7D2E-54B2-6851-5AC967AF7B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8" y="4668644"/>
            <a:ext cx="431125" cy="2916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3FDBE4-450B-E287-2FEF-6DF0B70E1526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98DBC4F-E7CB-03E4-B6EF-AA4D0EE45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028827"/>
              </p:ext>
            </p:extLst>
          </p:nvPr>
        </p:nvGraphicFramePr>
        <p:xfrm>
          <a:off x="569531" y="571135"/>
          <a:ext cx="8128001" cy="4389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923">
                  <a:extLst>
                    <a:ext uri="{9D8B030D-6E8A-4147-A177-3AD203B41FA5}">
                      <a16:colId xmlns:a16="http://schemas.microsoft.com/office/drawing/2014/main" val="4232109818"/>
                    </a:ext>
                  </a:extLst>
                </a:gridCol>
                <a:gridCol w="1263805">
                  <a:extLst>
                    <a:ext uri="{9D8B030D-6E8A-4147-A177-3AD203B41FA5}">
                      <a16:colId xmlns:a16="http://schemas.microsoft.com/office/drawing/2014/main" val="51030171"/>
                    </a:ext>
                  </a:extLst>
                </a:gridCol>
                <a:gridCol w="899531">
                  <a:extLst>
                    <a:ext uri="{9D8B030D-6E8A-4147-A177-3AD203B41FA5}">
                      <a16:colId xmlns:a16="http://schemas.microsoft.com/office/drawing/2014/main" val="1500772291"/>
                    </a:ext>
                  </a:extLst>
                </a:gridCol>
                <a:gridCol w="646771">
                  <a:extLst>
                    <a:ext uri="{9D8B030D-6E8A-4147-A177-3AD203B41FA5}">
                      <a16:colId xmlns:a16="http://schemas.microsoft.com/office/drawing/2014/main" val="230814518"/>
                    </a:ext>
                  </a:extLst>
                </a:gridCol>
                <a:gridCol w="802888">
                  <a:extLst>
                    <a:ext uri="{9D8B030D-6E8A-4147-A177-3AD203B41FA5}">
                      <a16:colId xmlns:a16="http://schemas.microsoft.com/office/drawing/2014/main" val="723349740"/>
                    </a:ext>
                  </a:extLst>
                </a:gridCol>
                <a:gridCol w="1271239">
                  <a:extLst>
                    <a:ext uri="{9D8B030D-6E8A-4147-A177-3AD203B41FA5}">
                      <a16:colId xmlns:a16="http://schemas.microsoft.com/office/drawing/2014/main" val="2495604996"/>
                    </a:ext>
                  </a:extLst>
                </a:gridCol>
                <a:gridCol w="1493844">
                  <a:extLst>
                    <a:ext uri="{9D8B030D-6E8A-4147-A177-3AD203B41FA5}">
                      <a16:colId xmlns:a16="http://schemas.microsoft.com/office/drawing/2014/main" val="4119918478"/>
                    </a:ext>
                  </a:extLst>
                </a:gridCol>
              </a:tblGrid>
              <a:tr h="429567">
                <a:tc>
                  <a:txBody>
                    <a:bodyPr/>
                    <a:lstStyle/>
                    <a:p>
                      <a:r>
                        <a:rPr lang="uk-UA" sz="1100" dirty="0" err="1"/>
                        <a:t>Датасет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100" dirty="0"/>
                        <a:t>Модель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Precision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Recall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F1-Score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Час </a:t>
                      </a:r>
                      <a:r>
                        <a:rPr lang="ru-RU" sz="11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тренування</a:t>
                      </a:r>
                      <a:r>
                        <a:rPr lang="ru-RU" sz="11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с</a:t>
                      </a:r>
                      <a:endParaRPr lang="ru-U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Час </a:t>
                      </a:r>
                      <a:r>
                        <a:rPr lang="ru-RU" sz="11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прогнозування</a:t>
                      </a:r>
                      <a:r>
                        <a:rPr lang="ru-RU" sz="11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с</a:t>
                      </a:r>
                      <a:endParaRPr lang="ru-U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130685"/>
                  </a:ext>
                </a:extLst>
              </a:tr>
              <a:tr h="263970">
                <a:tc rowSpan="5">
                  <a:txBody>
                    <a:bodyPr/>
                    <a:lstStyle/>
                    <a:p>
                      <a:r>
                        <a:rPr lang="en-US" sz="1100" dirty="0"/>
                        <a:t>HDFS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/>
                        <a:t>Isolation Forest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0.019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0.806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0.037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8.053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2.175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2641029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PCA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0.892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1.000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0.943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0.06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0.02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8063895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DeepLog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0.356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0.879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0.506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12974.60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578.05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7462831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LogAnomaly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0.318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0.583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0.463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14230.69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1045.87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6947101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LogBERT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0.805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0.780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0.792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18440.87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2064.85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4620675"/>
                  </a:ext>
                </a:extLst>
              </a:tr>
              <a:tr h="263970">
                <a:tc rowSpan="5">
                  <a:txBody>
                    <a:bodyPr/>
                    <a:lstStyle/>
                    <a:p>
                      <a:r>
                        <a:rPr lang="uk-UA" sz="1100" dirty="0" err="1"/>
                        <a:t>Датасет</a:t>
                      </a:r>
                      <a:r>
                        <a:rPr lang="uk-UA" sz="1100" dirty="0"/>
                        <a:t> тестового стенду (</a:t>
                      </a:r>
                      <a:r>
                        <a:rPr lang="en-US" sz="1100" dirty="0"/>
                        <a:t>trace-based </a:t>
                      </a:r>
                      <a:r>
                        <a:rPr lang="uk-UA" sz="1100" dirty="0"/>
                        <a:t>агрегація)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/>
                        <a:t>Isolation Forest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0.001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0.005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0.002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8.820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2.189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4438849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PCA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1.000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0.788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0.882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0.255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0.193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6762839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DeepLog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0.009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0.988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0.019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217.287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239.290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562223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LogAnomaly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0.077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0.890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0.141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389.793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245.057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7347651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LogBERT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1.000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0.701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0.824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39299.758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282.631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5950839"/>
                  </a:ext>
                </a:extLst>
              </a:tr>
              <a:tr h="263970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100" dirty="0" err="1"/>
                        <a:t>Датасет</a:t>
                      </a:r>
                      <a:r>
                        <a:rPr lang="uk-UA" sz="1100" dirty="0"/>
                        <a:t> тестового стенду (</a:t>
                      </a:r>
                      <a:r>
                        <a:rPr lang="en-US" sz="1100" dirty="0"/>
                        <a:t>session-based </a:t>
                      </a:r>
                      <a:r>
                        <a:rPr lang="uk-UA" sz="1100" dirty="0"/>
                        <a:t>агрегація)</a:t>
                      </a:r>
                      <a:endParaRPr lang="ru-UA" sz="1100" dirty="0"/>
                    </a:p>
                    <a:p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/>
                        <a:t>Isolation Forest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0.133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0.381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0.197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3.572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1.033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5729637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PCA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0.879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0.978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0.926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0.035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0.028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4120388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DeepLog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1.000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0.799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0.888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387.129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177.077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3786402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LogAnomaly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1.000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0.802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0.890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847.311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182.020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9751938"/>
                  </a:ext>
                </a:extLst>
              </a:tr>
              <a:tr h="263970">
                <a:tc vMerge="1">
                  <a:txBody>
                    <a:bodyPr/>
                    <a:lstStyle/>
                    <a:p>
                      <a:endParaRPr lang="ru-U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LogBERT</a:t>
                      </a:r>
                      <a:endParaRPr lang="ru-U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1.000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0.660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0.796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17463.720</a:t>
                      </a:r>
                      <a:endParaRPr lang="ru-UA" sz="1100" b="0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116.309</a:t>
                      </a:r>
                      <a:endParaRPr lang="ru-UA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0077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049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4D8E4AF6-A7E6-5868-60E9-EE974FD8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9439594F-4F52-0282-5E60-D71F195FA9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666" y="229374"/>
            <a:ext cx="8520600" cy="4896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Результати експериментів</a:t>
            </a:r>
            <a:endParaRPr sz="32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9D282924-5EA0-BD09-4145-5329042990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8" y="4668644"/>
            <a:ext cx="431125" cy="2916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5FB5E8-8A37-53EA-2AF2-3DF0233F8026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pic>
        <p:nvPicPr>
          <p:cNvPr id="3" name="Picture 2" descr="Filled document icon. Check boxes in paper form. Complete jo">
            <a:extLst>
              <a:ext uri="{FF2B5EF4-FFF2-40B4-BE49-F238E27FC236}">
                <a16:creationId xmlns:a16="http://schemas.microsoft.com/office/drawing/2014/main" id="{C6E03D86-0A92-3B7D-114B-F2B532E0A7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51" t="3109" r="26410" b="2922"/>
          <a:stretch>
            <a:fillRect/>
          </a:stretch>
        </p:blipFill>
        <p:spPr bwMode="auto">
          <a:xfrm>
            <a:off x="6969212" y="964844"/>
            <a:ext cx="2093080" cy="278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9B537D-063C-B9DE-701D-16B6D5D69486}"/>
              </a:ext>
            </a:extLst>
          </p:cNvPr>
          <p:cNvSpPr txBox="1"/>
          <p:nvPr/>
        </p:nvSpPr>
        <p:spPr>
          <a:xfrm>
            <a:off x="273260" y="718978"/>
            <a:ext cx="6695952" cy="4387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uk-UA" altLang="ru-UA" dirty="0">
                <a:latin typeface="Arial" panose="020B0604020202020204" pitchFamily="34" charset="0"/>
                <a:cs typeface="Arial" panose="020B0604020202020204" pitchFamily="34" charset="0"/>
              </a:rPr>
              <a:t>Глибинні моделі найкраще виявляють відхилення, які класичні моделі «не бачать»</a:t>
            </a:r>
            <a:r>
              <a:rPr lang="en-US" altLang="ru-UA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uk-UA" altLang="ru-UA" dirty="0">
                <a:latin typeface="Arial" panose="020B0604020202020204" pitchFamily="34" charset="0"/>
                <a:cs typeface="Arial" panose="020B0604020202020204" pitchFamily="34" charset="0"/>
              </a:rPr>
              <a:t> і навпаки.</a:t>
            </a:r>
            <a:endParaRPr lang="ru-RU" dirty="0"/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 </a:t>
            </a:r>
            <a:r>
              <a:rPr lang="pl-PL" dirty="0" err="1"/>
              <a:t>trace-based</a:t>
            </a:r>
            <a:r>
              <a:rPr lang="pl-PL" dirty="0"/>
              <a:t> </a:t>
            </a:r>
            <a:r>
              <a:rPr lang="ru-RU" dirty="0" err="1"/>
              <a:t>подання</a:t>
            </a:r>
            <a:r>
              <a:rPr lang="ru-RU" dirty="0"/>
              <a:t> модель </a:t>
            </a:r>
            <a:r>
              <a:rPr lang="pl-PL" dirty="0"/>
              <a:t>PCA 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найкращою</a:t>
            </a:r>
            <a:r>
              <a:rPr lang="ru-RU" dirty="0"/>
              <a:t> для </a:t>
            </a:r>
            <a:r>
              <a:rPr lang="ru-RU" dirty="0" err="1"/>
              <a:t>частотних</a:t>
            </a:r>
            <a:r>
              <a:rPr lang="pl-PL" dirty="0"/>
              <a:t>, </a:t>
            </a:r>
            <a:r>
              <a:rPr lang="ru-RU" dirty="0" err="1"/>
              <a:t>семантичних</a:t>
            </a:r>
            <a:r>
              <a:rPr lang="ru-RU" dirty="0"/>
              <a:t> і </a:t>
            </a:r>
            <a:r>
              <a:rPr lang="ru-RU" dirty="0" err="1"/>
              <a:t>посл</a:t>
            </a:r>
            <a:r>
              <a:rPr lang="uk-UA" dirty="0" err="1"/>
              <a:t>ідовних</a:t>
            </a:r>
            <a:r>
              <a:rPr lang="pl-PL" dirty="0"/>
              <a:t> </a:t>
            </a:r>
            <a:r>
              <a:rPr lang="ru-RU" dirty="0" err="1"/>
              <a:t>аномалій</a:t>
            </a:r>
            <a:r>
              <a:rPr lang="ru-RU" dirty="0"/>
              <a:t>, де </a:t>
            </a:r>
            <a:r>
              <a:rPr lang="pl-PL" dirty="0"/>
              <a:t>F1-score = 1.000.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У </a:t>
            </a:r>
            <a:r>
              <a:rPr lang="pl-PL" dirty="0" err="1"/>
              <a:t>trace-based</a:t>
            </a:r>
            <a:r>
              <a:rPr lang="pl-PL" dirty="0"/>
              <a:t> </a:t>
            </a:r>
            <a:r>
              <a:rPr lang="ru-RU" dirty="0" err="1"/>
              <a:t>постановці</a:t>
            </a:r>
            <a:r>
              <a:rPr lang="ru-RU" dirty="0"/>
              <a:t> </a:t>
            </a:r>
            <a:r>
              <a:rPr lang="pl-PL" dirty="0"/>
              <a:t>LogBERT </a:t>
            </a:r>
            <a:r>
              <a:rPr lang="ru-RU" dirty="0" err="1"/>
              <a:t>виявилася</a:t>
            </a:r>
            <a:r>
              <a:rPr lang="ru-RU" dirty="0"/>
              <a:t> </a:t>
            </a:r>
            <a:r>
              <a:rPr lang="ru-RU" dirty="0" err="1"/>
              <a:t>найкращою</a:t>
            </a:r>
            <a:r>
              <a:rPr lang="ru-RU" dirty="0"/>
              <a:t> </a:t>
            </a:r>
            <a:r>
              <a:rPr lang="ru-RU" dirty="0" err="1"/>
              <a:t>серед</a:t>
            </a:r>
            <a:r>
              <a:rPr lang="ru-RU" dirty="0"/>
              <a:t> </a:t>
            </a:r>
            <a:r>
              <a:rPr lang="ru-RU" dirty="0" err="1"/>
              <a:t>глибинних</a:t>
            </a:r>
            <a:r>
              <a:rPr lang="ru-RU" dirty="0"/>
              <a:t> моделей і </a:t>
            </a:r>
            <a:r>
              <a:rPr lang="ru-RU" dirty="0" err="1"/>
              <a:t>перевершила</a:t>
            </a:r>
            <a:r>
              <a:rPr lang="ru-RU" dirty="0"/>
              <a:t> </a:t>
            </a:r>
            <a:r>
              <a:rPr lang="pl-PL" dirty="0"/>
              <a:t>PCA </a:t>
            </a:r>
            <a:r>
              <a:rPr lang="ru-RU" dirty="0"/>
              <a:t>для </a:t>
            </a:r>
            <a:r>
              <a:rPr lang="uk-UA" dirty="0"/>
              <a:t>точкових-</a:t>
            </a:r>
            <a:r>
              <a:rPr lang="ru-RU" dirty="0" err="1"/>
              <a:t>аномалій</a:t>
            </a:r>
            <a:r>
              <a:rPr lang="ru-RU" dirty="0"/>
              <a:t>: </a:t>
            </a:r>
            <a:r>
              <a:rPr lang="pl-PL" dirty="0"/>
              <a:t>F1 = 0.845 </a:t>
            </a:r>
            <a:r>
              <a:rPr lang="ru-RU" dirty="0" err="1"/>
              <a:t>проти</a:t>
            </a:r>
            <a:r>
              <a:rPr lang="ru-RU" dirty="0"/>
              <a:t> 0.803 (за </a:t>
            </a:r>
            <a:r>
              <a:rPr lang="ru-RU" dirty="0" err="1"/>
              <a:t>рахунок</a:t>
            </a:r>
            <a:r>
              <a:rPr lang="ru-RU" dirty="0"/>
              <a:t> б</a:t>
            </a:r>
            <a:r>
              <a:rPr lang="uk-UA" dirty="0" err="1"/>
              <a:t>ільшої</a:t>
            </a:r>
            <a:r>
              <a:rPr lang="uk-UA" dirty="0"/>
              <a:t> повноти)</a:t>
            </a:r>
            <a:r>
              <a:rPr lang="ru-RU" dirty="0"/>
              <a:t>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 </a:t>
            </a:r>
            <a:r>
              <a:rPr lang="ru-RU" dirty="0" err="1"/>
              <a:t>аномалій</a:t>
            </a:r>
            <a:r>
              <a:rPr lang="ru-RU" dirty="0"/>
              <a:t> </a:t>
            </a:r>
            <a:r>
              <a:rPr lang="ru-RU" dirty="0" err="1"/>
              <a:t>затримок</a:t>
            </a:r>
            <a:r>
              <a:rPr lang="ru-RU" dirty="0"/>
              <a:t> у </a:t>
            </a:r>
            <a:r>
              <a:rPr lang="pl-PL" dirty="0" err="1"/>
              <a:t>trace-based</a:t>
            </a:r>
            <a:r>
              <a:rPr lang="pl-PL" dirty="0"/>
              <a:t> </a:t>
            </a:r>
            <a:r>
              <a:rPr lang="ru-RU" dirty="0" err="1"/>
              <a:t>поданні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ru-RU" dirty="0" err="1"/>
              <a:t>фактично</a:t>
            </a:r>
            <a:r>
              <a:rPr lang="ru-RU" dirty="0"/>
              <a:t> </a:t>
            </a:r>
            <a:r>
              <a:rPr lang="ru-RU" dirty="0" err="1"/>
              <a:t>зазнали</a:t>
            </a:r>
            <a:r>
              <a:rPr lang="ru-RU" dirty="0"/>
              <a:t> провалу: </a:t>
            </a:r>
            <a:r>
              <a:rPr lang="pl-PL" dirty="0"/>
              <a:t>F1-score = 0.000.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 </a:t>
            </a:r>
            <a:r>
              <a:rPr lang="pl-PL" dirty="0" err="1"/>
              <a:t>session-based</a:t>
            </a:r>
            <a:r>
              <a:rPr lang="pl-PL" dirty="0"/>
              <a:t> </a:t>
            </a:r>
            <a:r>
              <a:rPr lang="ru-RU" dirty="0" err="1"/>
              <a:t>подання</a:t>
            </a:r>
            <a:r>
              <a:rPr lang="ru-RU" dirty="0"/>
              <a:t> </a:t>
            </a:r>
            <a:r>
              <a:rPr lang="pl-PL" dirty="0"/>
              <a:t>DeepLog </a:t>
            </a:r>
            <a:r>
              <a:rPr lang="ru-RU" dirty="0"/>
              <a:t>і </a:t>
            </a:r>
            <a:r>
              <a:rPr lang="pl-PL" dirty="0"/>
              <a:t>LogAnomaly </a:t>
            </a:r>
            <a:r>
              <a:rPr lang="ru-RU" dirty="0"/>
              <a:t>стали </a:t>
            </a:r>
            <a:r>
              <a:rPr lang="ru-RU" dirty="0" err="1"/>
              <a:t>найкращими</a:t>
            </a:r>
            <a:r>
              <a:rPr lang="ru-RU" dirty="0"/>
              <a:t> для </a:t>
            </a:r>
            <a:r>
              <a:rPr lang="ru-RU" dirty="0" err="1"/>
              <a:t>частотних</a:t>
            </a:r>
            <a:r>
              <a:rPr lang="ru-RU" dirty="0"/>
              <a:t>, </a:t>
            </a:r>
            <a:r>
              <a:rPr lang="ru-RU" dirty="0" err="1"/>
              <a:t>точкових</a:t>
            </a:r>
            <a:r>
              <a:rPr lang="ru-RU" dirty="0"/>
              <a:t>, </a:t>
            </a:r>
            <a:r>
              <a:rPr lang="ru-RU" dirty="0" err="1"/>
              <a:t>семантичнизх</a:t>
            </a:r>
            <a:r>
              <a:rPr lang="ru-RU" dirty="0"/>
              <a:t> та </a:t>
            </a:r>
            <a:r>
              <a:rPr lang="ru-RU" dirty="0" err="1"/>
              <a:t>послідовних</a:t>
            </a:r>
            <a:r>
              <a:rPr lang="ru-RU" dirty="0"/>
              <a:t> </a:t>
            </a:r>
            <a:r>
              <a:rPr lang="ru-RU" dirty="0" err="1"/>
              <a:t>аномалій</a:t>
            </a:r>
            <a:r>
              <a:rPr lang="ru-RU" dirty="0"/>
              <a:t>, </a:t>
            </a:r>
            <a:r>
              <a:rPr lang="ru-RU" dirty="0" err="1"/>
              <a:t>досягаючи</a:t>
            </a:r>
            <a:r>
              <a:rPr lang="ru-RU" dirty="0"/>
              <a:t> </a:t>
            </a:r>
            <a:r>
              <a:rPr lang="pl-PL" dirty="0"/>
              <a:t>F1 </a:t>
            </a:r>
            <a:r>
              <a:rPr lang="ru-RU" dirty="0"/>
              <a:t>у </a:t>
            </a:r>
            <a:r>
              <a:rPr lang="ru-RU" dirty="0" err="1"/>
              <a:t>діапазоні</a:t>
            </a:r>
            <a:r>
              <a:rPr lang="ru-RU" dirty="0"/>
              <a:t> 0.976 – 1.000.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 </a:t>
            </a:r>
            <a:r>
              <a:rPr lang="pl-PL" dirty="0" err="1"/>
              <a:t>session-based</a:t>
            </a:r>
            <a:r>
              <a:rPr lang="pl-PL" dirty="0"/>
              <a:t> </a:t>
            </a:r>
            <a:r>
              <a:rPr lang="uk-UA" dirty="0"/>
              <a:t>постановки при виявленні </a:t>
            </a:r>
            <a:r>
              <a:rPr lang="ru-RU" dirty="0" err="1"/>
              <a:t>аномалій</a:t>
            </a:r>
            <a:r>
              <a:rPr lang="ru-RU" dirty="0"/>
              <a:t> </a:t>
            </a:r>
            <a:r>
              <a:rPr lang="ru-RU" dirty="0" err="1"/>
              <a:t>затримок</a:t>
            </a:r>
            <a:r>
              <a:rPr lang="ru-RU" dirty="0"/>
              <a:t> </a:t>
            </a:r>
            <a:r>
              <a:rPr lang="ru-RU" dirty="0" err="1"/>
              <a:t>найкращою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 </a:t>
            </a:r>
            <a:r>
              <a:rPr lang="pl-PL" dirty="0"/>
              <a:t>PCA </a:t>
            </a:r>
            <a:r>
              <a:rPr lang="ru-RU" dirty="0"/>
              <a:t>з </a:t>
            </a:r>
            <a:r>
              <a:rPr lang="pl-PL" dirty="0"/>
              <a:t>F1 = 0.701, </a:t>
            </a:r>
            <a:r>
              <a:rPr lang="ru-RU" dirty="0" err="1"/>
              <a:t>тоді</a:t>
            </a:r>
            <a:r>
              <a:rPr lang="ru-RU" dirty="0"/>
              <a:t> як </a:t>
            </a:r>
            <a:r>
              <a:rPr lang="pl-PL" dirty="0"/>
              <a:t>DeepLog, LogAnomaly </a:t>
            </a:r>
            <a:r>
              <a:rPr lang="ru-RU" dirty="0"/>
              <a:t>і </a:t>
            </a:r>
            <a:r>
              <a:rPr lang="pl-PL" dirty="0"/>
              <a:t>LogBERT </a:t>
            </a:r>
            <a:r>
              <a:rPr lang="ru-RU" dirty="0" err="1"/>
              <a:t>мали</a:t>
            </a:r>
            <a:r>
              <a:rPr lang="ru-RU" dirty="0"/>
              <a:t> </a:t>
            </a:r>
            <a:r>
              <a:rPr lang="pl-PL" dirty="0"/>
              <a:t>F1 = 0.000.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Отже</a:t>
            </a:r>
            <a:r>
              <a:rPr lang="ru-RU" dirty="0"/>
              <a:t>, </a:t>
            </a:r>
            <a:r>
              <a:rPr lang="pl-PL" dirty="0" err="1"/>
              <a:t>trace-based</a:t>
            </a:r>
            <a:r>
              <a:rPr lang="pl-PL" dirty="0"/>
              <a:t> </a:t>
            </a:r>
            <a:r>
              <a:rPr lang="uk-UA" dirty="0"/>
              <a:t>агрегація </a:t>
            </a:r>
            <a:r>
              <a:rPr lang="ru-RU" dirty="0" err="1"/>
              <a:t>краще</a:t>
            </a:r>
            <a:r>
              <a:rPr lang="ru-RU" dirty="0"/>
              <a:t> </a:t>
            </a:r>
            <a:r>
              <a:rPr lang="ru-RU" dirty="0" err="1"/>
              <a:t>підходить</a:t>
            </a:r>
            <a:r>
              <a:rPr lang="ru-RU" dirty="0"/>
              <a:t> для </a:t>
            </a:r>
            <a:r>
              <a:rPr lang="ru-RU" dirty="0" err="1"/>
              <a:t>локальних</a:t>
            </a:r>
            <a:r>
              <a:rPr lang="ru-RU" dirty="0"/>
              <a:t> </a:t>
            </a:r>
            <a:r>
              <a:rPr lang="ru-RU" dirty="0" err="1"/>
              <a:t>відхилень</a:t>
            </a:r>
            <a:r>
              <a:rPr lang="ru-RU" dirty="0"/>
              <a:t>, а </a:t>
            </a:r>
            <a:r>
              <a:rPr lang="pl-PL" dirty="0" err="1"/>
              <a:t>session-based</a:t>
            </a:r>
            <a:r>
              <a:rPr lang="uk-UA" dirty="0"/>
              <a:t> – </a:t>
            </a:r>
            <a:r>
              <a:rPr lang="ru-RU" dirty="0"/>
              <a:t>для </a:t>
            </a:r>
            <a:r>
              <a:rPr lang="ru-RU" dirty="0" err="1"/>
              <a:t>аномалій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виділяються</a:t>
            </a:r>
            <a:r>
              <a:rPr lang="ru-RU" dirty="0"/>
              <a:t> на </a:t>
            </a:r>
            <a:r>
              <a:rPr lang="ru-RU" dirty="0" err="1"/>
              <a:t>фоні</a:t>
            </a:r>
            <a:r>
              <a:rPr lang="ru-RU" dirty="0"/>
              <a:t> </a:t>
            </a:r>
            <a:r>
              <a:rPr lang="ru-RU" dirty="0" err="1"/>
              <a:t>більшого</a:t>
            </a:r>
            <a:r>
              <a:rPr lang="ru-RU" dirty="0"/>
              <a:t>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275558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257640" y="-10325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Висновки</a:t>
            </a:r>
            <a:endParaRPr sz="3200" dirty="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631BE-8711-0EC8-5553-C2ABB26F52BC}"/>
              </a:ext>
            </a:extLst>
          </p:cNvPr>
          <p:cNvSpPr txBox="1"/>
          <p:nvPr/>
        </p:nvSpPr>
        <p:spPr>
          <a:xfrm>
            <a:off x="176561" y="728050"/>
            <a:ext cx="7993566" cy="3515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При </a:t>
            </a:r>
            <a:r>
              <a:rPr lang="ru-RU" dirty="0" err="1"/>
              <a:t>виявленні</a:t>
            </a:r>
            <a:r>
              <a:rPr lang="ru-RU" dirty="0"/>
              <a:t> </a:t>
            </a:r>
            <a:r>
              <a:rPr lang="ru-RU" dirty="0" err="1"/>
              <a:t>аномалій</a:t>
            </a:r>
            <a:r>
              <a:rPr lang="ru-RU" dirty="0"/>
              <a:t> в логах </a:t>
            </a:r>
            <a:r>
              <a:rPr lang="ru-RU" dirty="0" err="1"/>
              <a:t>важливо</a:t>
            </a:r>
            <a:r>
              <a:rPr lang="ru-RU" dirty="0"/>
              <a:t> </a:t>
            </a:r>
            <a:r>
              <a:rPr lang="ru-RU" dirty="0" err="1"/>
              <a:t>враховувати</a:t>
            </a:r>
            <a:r>
              <a:rPr lang="ru-RU" dirty="0"/>
              <a:t> природу </a:t>
            </a:r>
            <a:r>
              <a:rPr lang="ru-RU" dirty="0" err="1"/>
              <a:t>даних</a:t>
            </a:r>
            <a:r>
              <a:rPr lang="ru-RU" dirty="0"/>
              <a:t>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Рівень</a:t>
            </a:r>
            <a:r>
              <a:rPr lang="ru-RU" dirty="0"/>
              <a:t> </a:t>
            </a:r>
            <a:r>
              <a:rPr lang="ru-RU" dirty="0" err="1"/>
              <a:t>агрегації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 </a:t>
            </a:r>
            <a:r>
              <a:rPr lang="ru-RU" dirty="0" err="1"/>
              <a:t>впливає</a:t>
            </a:r>
            <a:r>
              <a:rPr lang="ru-RU" dirty="0"/>
              <a:t> на </a:t>
            </a:r>
            <a:r>
              <a:rPr lang="ru-RU" dirty="0" err="1"/>
              <a:t>обсяг</a:t>
            </a:r>
            <a:r>
              <a:rPr lang="ru-RU" dirty="0"/>
              <a:t> контексту та </a:t>
            </a:r>
            <a:r>
              <a:rPr lang="ru-RU" dirty="0" err="1"/>
              <a:t>здатність</a:t>
            </a:r>
            <a:r>
              <a:rPr lang="ru-RU" dirty="0"/>
              <a:t> моделей </a:t>
            </a:r>
            <a:r>
              <a:rPr lang="ru-RU" dirty="0" err="1"/>
              <a:t>виявляти</a:t>
            </a:r>
            <a:r>
              <a:rPr lang="ru-RU" dirty="0"/>
              <a:t> </a:t>
            </a:r>
            <a:r>
              <a:rPr lang="ru-RU" dirty="0" err="1"/>
              <a:t>аномалії</a:t>
            </a:r>
            <a:r>
              <a:rPr lang="ru-RU" dirty="0"/>
              <a:t>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 </a:t>
            </a:r>
            <a:r>
              <a:rPr lang="ru-RU" dirty="0" err="1"/>
              <a:t>інфраструктурних</a:t>
            </a:r>
            <a:r>
              <a:rPr lang="ru-RU" dirty="0"/>
              <a:t> логів, таких як </a:t>
            </a:r>
            <a:r>
              <a:rPr lang="en-US" dirty="0"/>
              <a:t>HDFS</a:t>
            </a:r>
            <a:r>
              <a:rPr lang="uk-UA" dirty="0"/>
              <a:t>, </a:t>
            </a:r>
            <a:r>
              <a:rPr lang="ru-RU" dirty="0" err="1"/>
              <a:t>доцільно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 </a:t>
            </a:r>
            <a:r>
              <a:rPr lang="pl-PL" dirty="0"/>
              <a:t>PCA </a:t>
            </a:r>
            <a:r>
              <a:rPr lang="ru-RU" dirty="0"/>
              <a:t>як </a:t>
            </a:r>
            <a:r>
              <a:rPr lang="ru-RU" dirty="0" err="1"/>
              <a:t>швидкий</a:t>
            </a:r>
            <a:r>
              <a:rPr lang="ru-RU" dirty="0"/>
              <a:t> </a:t>
            </a:r>
            <a:r>
              <a:rPr lang="uk-UA" dirty="0"/>
              <a:t>та ефективний </a:t>
            </a:r>
            <a:r>
              <a:rPr lang="ru-RU" dirty="0" err="1"/>
              <a:t>підхід</a:t>
            </a:r>
            <a:r>
              <a:rPr lang="ru-RU" dirty="0"/>
              <a:t>.</a:t>
            </a:r>
          </a:p>
          <a:p>
            <a:pPr marL="285750" indent="-285750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 </a:t>
            </a:r>
            <a:r>
              <a:rPr lang="pl-PL" dirty="0" err="1"/>
              <a:t>trace-based</a:t>
            </a:r>
            <a:r>
              <a:rPr lang="pl-PL" dirty="0"/>
              <a:t> </a:t>
            </a:r>
            <a:r>
              <a:rPr lang="ru-RU" dirty="0" err="1"/>
              <a:t>моніторингу</a:t>
            </a:r>
            <a:r>
              <a:rPr lang="ru-RU" dirty="0"/>
              <a:t> </a:t>
            </a:r>
            <a:r>
              <a:rPr lang="ru-RU" dirty="0" err="1"/>
              <a:t>локальних</a:t>
            </a:r>
            <a:r>
              <a:rPr lang="ru-RU" dirty="0"/>
              <a:t> </a:t>
            </a:r>
            <a:r>
              <a:rPr lang="ru-RU" dirty="0" err="1"/>
              <a:t>запитів</a:t>
            </a:r>
            <a:r>
              <a:rPr lang="ru-RU" dirty="0"/>
              <a:t> </a:t>
            </a:r>
            <a:r>
              <a:rPr lang="ru-RU" dirty="0" err="1"/>
              <a:t>доцільно</a:t>
            </a:r>
            <a:r>
              <a:rPr lang="ru-RU" dirty="0"/>
              <a:t> </a:t>
            </a:r>
            <a:r>
              <a:rPr lang="ru-RU" dirty="0" err="1"/>
              <a:t>застосовувати</a:t>
            </a:r>
            <a:r>
              <a:rPr lang="ru-RU" dirty="0"/>
              <a:t> </a:t>
            </a:r>
            <a:r>
              <a:rPr lang="pl-PL" dirty="0"/>
              <a:t>PCA, </a:t>
            </a:r>
            <a:r>
              <a:rPr lang="ru-RU" dirty="0" err="1"/>
              <a:t>тоді</a:t>
            </a:r>
            <a:r>
              <a:rPr lang="ru-RU" dirty="0"/>
              <a:t> як </a:t>
            </a:r>
            <a:r>
              <a:rPr lang="pl-PL" dirty="0"/>
              <a:t>LogBERT 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розглядати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як </a:t>
            </a:r>
            <a:r>
              <a:rPr lang="ru-RU" dirty="0" err="1"/>
              <a:t>фоновий</a:t>
            </a:r>
            <a:r>
              <a:rPr lang="ru-RU" dirty="0"/>
              <a:t> модуль для </a:t>
            </a:r>
            <a:r>
              <a:rPr lang="ru-RU" dirty="0" err="1"/>
              <a:t>виявлення</a:t>
            </a:r>
            <a:r>
              <a:rPr lang="ru-RU" dirty="0"/>
              <a:t> </a:t>
            </a:r>
            <a:r>
              <a:rPr lang="pl-PL" dirty="0"/>
              <a:t>point-</a:t>
            </a:r>
            <a:r>
              <a:rPr lang="ru-RU" dirty="0" err="1"/>
              <a:t>аномалій</a:t>
            </a:r>
            <a:r>
              <a:rPr lang="ru-RU" dirty="0"/>
              <a:t>, де вона </a:t>
            </a:r>
            <a:r>
              <a:rPr lang="ru-RU" dirty="0" err="1"/>
              <a:t>забезпечила</a:t>
            </a:r>
            <a:r>
              <a:rPr lang="ru-RU" dirty="0"/>
              <a:t> </a:t>
            </a:r>
            <a:r>
              <a:rPr lang="ru-RU" dirty="0" err="1"/>
              <a:t>вищу</a:t>
            </a:r>
            <a:r>
              <a:rPr lang="ru-RU" dirty="0"/>
              <a:t> </a:t>
            </a:r>
            <a:r>
              <a:rPr lang="ru-RU" dirty="0" err="1"/>
              <a:t>повноту</a:t>
            </a:r>
            <a:r>
              <a:rPr lang="ru-RU" dirty="0"/>
              <a:t>, </a:t>
            </a:r>
            <a:r>
              <a:rPr lang="ru-RU" dirty="0" err="1"/>
              <a:t>але</a:t>
            </a:r>
            <a:r>
              <a:rPr lang="ru-RU" dirty="0"/>
              <a:t> </a:t>
            </a:r>
            <a:r>
              <a:rPr lang="ru-RU" dirty="0" err="1"/>
              <a:t>ціною</a:t>
            </a:r>
            <a:r>
              <a:rPr lang="ru-RU" dirty="0"/>
              <a:t> </a:t>
            </a:r>
            <a:r>
              <a:rPr lang="ru-RU" dirty="0" err="1"/>
              <a:t>значно</a:t>
            </a:r>
            <a:r>
              <a:rPr lang="ru-RU" dirty="0"/>
              <a:t> </a:t>
            </a:r>
            <a:r>
              <a:rPr lang="ru-RU" dirty="0" err="1"/>
              <a:t>більших</a:t>
            </a:r>
            <a:r>
              <a:rPr lang="ru-RU" dirty="0"/>
              <a:t> </a:t>
            </a:r>
            <a:r>
              <a:rPr lang="ru-RU" dirty="0" err="1"/>
              <a:t>обчислювальних</a:t>
            </a:r>
            <a:r>
              <a:rPr lang="ru-RU" dirty="0"/>
              <a:t> </a:t>
            </a:r>
            <a:r>
              <a:rPr lang="ru-RU" dirty="0" err="1"/>
              <a:t>витрат</a:t>
            </a:r>
            <a:r>
              <a:rPr lang="ru-RU" dirty="0"/>
              <a:t>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 </a:t>
            </a:r>
            <a:r>
              <a:rPr lang="pl-PL" dirty="0" err="1"/>
              <a:t>session-based</a:t>
            </a:r>
            <a:r>
              <a:rPr lang="pl-PL" dirty="0"/>
              <a:t> </a:t>
            </a:r>
            <a:r>
              <a:rPr lang="ru-RU" dirty="0" err="1"/>
              <a:t>моніторингу</a:t>
            </a:r>
            <a:r>
              <a:rPr lang="ru-RU" dirty="0"/>
              <a:t> </a:t>
            </a:r>
            <a:r>
              <a:rPr lang="ru-RU" dirty="0" err="1"/>
              <a:t>прикладних</a:t>
            </a:r>
            <a:r>
              <a:rPr lang="ru-RU" dirty="0"/>
              <a:t> </a:t>
            </a:r>
            <a:r>
              <a:rPr lang="ru-RU" dirty="0" err="1"/>
              <a:t>сценаріїв</a:t>
            </a:r>
            <a:r>
              <a:rPr lang="ru-RU" dirty="0"/>
              <a:t> </a:t>
            </a:r>
            <a:r>
              <a:rPr lang="ru-RU" dirty="0" err="1"/>
              <a:t>доцільно</a:t>
            </a:r>
            <a:r>
              <a:rPr lang="ru-RU" dirty="0"/>
              <a:t> </a:t>
            </a:r>
            <a:r>
              <a:rPr lang="ru-RU" dirty="0" err="1"/>
              <a:t>застосовувати</a:t>
            </a:r>
            <a:r>
              <a:rPr lang="ru-RU" dirty="0"/>
              <a:t> </a:t>
            </a:r>
            <a:r>
              <a:rPr lang="pl-PL" dirty="0"/>
              <a:t>DeepLog </a:t>
            </a:r>
            <a:r>
              <a:rPr lang="ru-RU" dirty="0" err="1"/>
              <a:t>або</a:t>
            </a:r>
            <a:r>
              <a:rPr lang="ru-RU" dirty="0"/>
              <a:t> </a:t>
            </a:r>
            <a:r>
              <a:rPr lang="pl-PL" dirty="0"/>
              <a:t>LogAnomaly.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 </a:t>
            </a:r>
            <a:r>
              <a:rPr lang="ru-RU" dirty="0" err="1"/>
              <a:t>аномалій</a:t>
            </a:r>
            <a:r>
              <a:rPr lang="ru-RU" dirty="0"/>
              <a:t> </a:t>
            </a:r>
            <a:r>
              <a:rPr lang="ru-RU" dirty="0" err="1"/>
              <a:t>затримок</a:t>
            </a:r>
            <a:r>
              <a:rPr lang="ru-RU" dirty="0"/>
              <a:t> </a:t>
            </a:r>
            <a:r>
              <a:rPr lang="ru-RU" dirty="0" err="1"/>
              <a:t>слід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статистичний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(</a:t>
            </a:r>
            <a:r>
              <a:rPr lang="en-US" dirty="0"/>
              <a:t>PCA)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достатнім</a:t>
            </a:r>
            <a:r>
              <a:rPr lang="ru-RU" dirty="0"/>
              <a:t> </a:t>
            </a:r>
            <a:r>
              <a:rPr lang="ru-RU" dirty="0" err="1"/>
              <a:t>рівнем</a:t>
            </a:r>
            <a:r>
              <a:rPr lang="ru-RU" dirty="0"/>
              <a:t> </a:t>
            </a:r>
            <a:r>
              <a:rPr lang="ru-RU" dirty="0" err="1"/>
              <a:t>агрегації</a:t>
            </a:r>
            <a:r>
              <a:rPr lang="ru-RU" dirty="0"/>
              <a:t>.</a:t>
            </a:r>
          </a:p>
          <a:p>
            <a:pPr marL="285750" indent="-285750" algn="l">
              <a:lnSpc>
                <a:spcPts val="165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dirty="0"/>
              <a:t>Практично </a:t>
            </a:r>
            <a:r>
              <a:rPr lang="ru-RU" dirty="0" err="1"/>
              <a:t>доцільною</a:t>
            </a:r>
            <a:r>
              <a:rPr lang="ru-RU" dirty="0"/>
              <a:t> є </a:t>
            </a:r>
            <a:r>
              <a:rPr lang="ru-RU" dirty="0" err="1"/>
              <a:t>гібридна</a:t>
            </a:r>
            <a:r>
              <a:rPr lang="ru-RU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: </a:t>
            </a:r>
            <a:r>
              <a:rPr lang="ru-RU" dirty="0" err="1"/>
              <a:t>статистичні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для оперативного </a:t>
            </a:r>
            <a:r>
              <a:rPr lang="ru-RU" dirty="0" err="1"/>
              <a:t>пошуку</a:t>
            </a:r>
            <a:r>
              <a:rPr lang="ru-RU" dirty="0"/>
              <a:t> </a:t>
            </a:r>
            <a:r>
              <a:rPr lang="ru-RU" dirty="0" err="1"/>
              <a:t>аномалій</a:t>
            </a:r>
            <a:r>
              <a:rPr lang="ru-RU" dirty="0"/>
              <a:t>, </a:t>
            </a:r>
            <a:r>
              <a:rPr lang="ru-RU" dirty="0" err="1"/>
              <a:t>глибинні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для фонового </a:t>
            </a:r>
            <a:r>
              <a:rPr lang="ru-RU" dirty="0" err="1"/>
              <a:t>сканування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F6109DE5-ED50-62AD-837F-D0DEAA1B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B63A488A-CB92-B890-24D2-B509C64559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7640" y="-10325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Подальші перспективи</a:t>
            </a:r>
            <a:endParaRPr sz="3200" dirty="0"/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id="{33024837-2FD5-5B4F-7334-EE823BB1D6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3499FA-3C6A-2848-DC5E-C07A85D20E51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18</a:t>
            </a:fld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9C847-AED2-C73C-DCB4-C3D09001E64D}"/>
              </a:ext>
            </a:extLst>
          </p:cNvPr>
          <p:cNvSpPr txBox="1"/>
          <p:nvPr/>
        </p:nvSpPr>
        <p:spPr>
          <a:xfrm>
            <a:off x="176561" y="728050"/>
            <a:ext cx="7993566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Окреме</a:t>
            </a:r>
            <a:r>
              <a:rPr lang="ru-RU" dirty="0"/>
              <a:t> </a:t>
            </a:r>
            <a:r>
              <a:rPr lang="ru-RU" dirty="0" err="1"/>
              <a:t>дослідження</a:t>
            </a:r>
            <a:r>
              <a:rPr lang="ru-RU" dirty="0"/>
              <a:t> </a:t>
            </a:r>
            <a:r>
              <a:rPr lang="pl-PL" dirty="0" err="1"/>
              <a:t>window-based</a:t>
            </a:r>
            <a:r>
              <a:rPr lang="pl-PL" dirty="0"/>
              <a:t> </a:t>
            </a:r>
            <a:r>
              <a:rPr lang="ru-RU" dirty="0" err="1"/>
              <a:t>агрегації</a:t>
            </a:r>
            <a:r>
              <a:rPr lang="ru-RU" dirty="0"/>
              <a:t> для </a:t>
            </a:r>
            <a:r>
              <a:rPr lang="ru-RU" dirty="0" err="1"/>
              <a:t>часових</a:t>
            </a:r>
            <a:r>
              <a:rPr lang="ru-RU" dirty="0"/>
              <a:t> і </a:t>
            </a:r>
            <a:r>
              <a:rPr lang="ru-RU" dirty="0" err="1"/>
              <a:t>точкових</a:t>
            </a:r>
            <a:r>
              <a:rPr lang="ru-RU" dirty="0"/>
              <a:t> </a:t>
            </a:r>
            <a:r>
              <a:rPr lang="ru-RU" dirty="0" err="1"/>
              <a:t>аномалій</a:t>
            </a:r>
            <a:r>
              <a:rPr lang="ru-RU" dirty="0"/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Перевірка</a:t>
            </a:r>
            <a:r>
              <a:rPr lang="ru-RU" dirty="0"/>
              <a:t> моделей на системах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довшими</a:t>
            </a:r>
            <a:r>
              <a:rPr lang="ru-RU" dirty="0"/>
              <a:t> </a:t>
            </a:r>
            <a:r>
              <a:rPr lang="ru-RU" dirty="0" err="1"/>
              <a:t>бізнес-процесами</a:t>
            </a:r>
            <a:r>
              <a:rPr lang="ru-RU" dirty="0"/>
              <a:t> та асинхронною </a:t>
            </a:r>
            <a:r>
              <a:rPr lang="ru-RU" dirty="0" err="1"/>
              <a:t>комунікацією</a:t>
            </a:r>
            <a:r>
              <a:rPr lang="ru-RU" dirty="0"/>
              <a:t> (</a:t>
            </a:r>
            <a:r>
              <a:rPr lang="ru-RU" dirty="0" err="1"/>
              <a:t>середня</a:t>
            </a:r>
            <a:r>
              <a:rPr lang="ru-RU" dirty="0"/>
              <a:t> </a:t>
            </a:r>
            <a:r>
              <a:rPr lang="uk-UA" dirty="0"/>
              <a:t>довжина послідовностей для</a:t>
            </a:r>
            <a:r>
              <a:rPr lang="en-US" dirty="0"/>
              <a:t> trace-based </a:t>
            </a:r>
            <a:r>
              <a:rPr lang="uk-UA" dirty="0"/>
              <a:t>агрегації на синтетичному </a:t>
            </a:r>
            <a:r>
              <a:rPr lang="uk-UA" dirty="0" err="1"/>
              <a:t>датасеті</a:t>
            </a:r>
            <a:r>
              <a:rPr lang="uk-UA" dirty="0"/>
              <a:t> 1.5 записи, для </a:t>
            </a:r>
            <a:r>
              <a:rPr lang="en-US" dirty="0"/>
              <a:t>session-based – </a:t>
            </a:r>
            <a:r>
              <a:rPr lang="uk-UA" dirty="0"/>
              <a:t>10.2 записів)</a:t>
            </a:r>
            <a:r>
              <a:rPr lang="ru-RU" dirty="0"/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Оцінювання</a:t>
            </a:r>
            <a:r>
              <a:rPr lang="ru-RU" dirty="0"/>
              <a:t> </a:t>
            </a:r>
            <a:r>
              <a:rPr lang="pl-PL" dirty="0"/>
              <a:t>no-</a:t>
            </a:r>
            <a:r>
              <a:rPr lang="pl-PL" dirty="0" err="1"/>
              <a:t>parsing</a:t>
            </a:r>
            <a:r>
              <a:rPr lang="pl-PL" dirty="0"/>
              <a:t> </a:t>
            </a:r>
            <a:r>
              <a:rPr lang="ru-RU" dirty="0" err="1"/>
              <a:t>підходів</a:t>
            </a:r>
            <a:r>
              <a:rPr lang="ru-RU" dirty="0"/>
              <a:t> для </a:t>
            </a:r>
            <a:r>
              <a:rPr lang="ru-RU" dirty="0" err="1"/>
              <a:t>нестабільних</a:t>
            </a:r>
            <a:r>
              <a:rPr lang="ru-RU" dirty="0"/>
              <a:t> </a:t>
            </a:r>
            <a:r>
              <a:rPr lang="ru-RU" dirty="0" err="1"/>
              <a:t>форматів</a:t>
            </a:r>
            <a:r>
              <a:rPr lang="ru-RU" dirty="0"/>
              <a:t> логів;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Вивчення</a:t>
            </a:r>
            <a:r>
              <a:rPr lang="ru-RU" dirty="0"/>
              <a:t> </a:t>
            </a:r>
            <a:r>
              <a:rPr lang="ru-RU" dirty="0" err="1"/>
              <a:t>можливостей</a:t>
            </a:r>
            <a:r>
              <a:rPr lang="ru-RU" dirty="0"/>
              <a:t> </a:t>
            </a:r>
            <a:r>
              <a:rPr lang="pl-PL" dirty="0"/>
              <a:t>LLM </a:t>
            </a:r>
            <a:r>
              <a:rPr lang="ru-RU" dirty="0"/>
              <a:t>для </a:t>
            </a:r>
            <a:r>
              <a:rPr lang="ru-RU" dirty="0" err="1"/>
              <a:t>семантичного</a:t>
            </a:r>
            <a:r>
              <a:rPr lang="ru-RU" dirty="0"/>
              <a:t> </a:t>
            </a:r>
            <a:r>
              <a:rPr lang="ru-RU" dirty="0" err="1"/>
              <a:t>аналізу</a:t>
            </a:r>
            <a:r>
              <a:rPr lang="ru-RU" dirty="0"/>
              <a:t> логів;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Розвиток</a:t>
            </a:r>
            <a:r>
              <a:rPr lang="ru-RU" dirty="0"/>
              <a:t> </a:t>
            </a:r>
            <a:r>
              <a:rPr lang="ru-RU" dirty="0" err="1"/>
              <a:t>гібридної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моніторингу</a:t>
            </a:r>
            <a:r>
              <a:rPr lang="ru-RU" dirty="0"/>
              <a:t>: </a:t>
            </a:r>
            <a:r>
              <a:rPr lang="ru-RU" dirty="0" err="1"/>
              <a:t>комбінація</a:t>
            </a:r>
            <a:r>
              <a:rPr lang="ru-RU" dirty="0"/>
              <a:t> </a:t>
            </a:r>
            <a:r>
              <a:rPr lang="ru-RU" dirty="0" err="1"/>
              <a:t>статистичних</a:t>
            </a:r>
            <a:r>
              <a:rPr lang="ru-RU" dirty="0"/>
              <a:t> та </a:t>
            </a:r>
            <a:r>
              <a:rPr lang="ru-RU" dirty="0" err="1"/>
              <a:t>глибинних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0067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8AF30E6-4A1B-DD56-1881-172DE5FC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D64C6C40-3E5A-702B-34CB-C468BAD480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1692" y="-13298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Апробація</a:t>
            </a:r>
            <a:endParaRPr sz="3200" dirty="0"/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id="{A7DE48A1-45C1-D8A6-7A41-D4EC7862CF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6" y="4670798"/>
            <a:ext cx="400148" cy="3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CFB9AE-1C10-B90C-F1E5-C38276EF820E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19</a:t>
            </a:fld>
            <a:endParaRPr lang="uk-UA" dirty="0"/>
          </a:p>
        </p:txBody>
      </p:sp>
      <p:pic>
        <p:nvPicPr>
          <p:cNvPr id="3" name="Рисунок 2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9840AA-4468-B1BD-B048-67DAF4685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44" y="2118526"/>
            <a:ext cx="3954256" cy="27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 descr="Изображение выглядит как текст, снимок экрана, Шрифт, бума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2EE54E-722B-8D79-05ED-08BFBBD6F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9835" y="418373"/>
            <a:ext cx="3202584" cy="4497653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5C747EBB-71C4-946A-02E9-FE10B20EDCF6}"/>
              </a:ext>
            </a:extLst>
          </p:cNvPr>
          <p:cNvSpPr txBox="1">
            <a:spLocks/>
          </p:cNvSpPr>
          <p:nvPr/>
        </p:nvSpPr>
        <p:spPr>
          <a:xfrm>
            <a:off x="495550" y="809229"/>
            <a:ext cx="4340367" cy="1309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Open Sans"/>
              <a:buNone/>
            </a:pPr>
            <a:r>
              <a:rPr lang="uk-UA" sz="1400" dirty="0"/>
              <a:t>Теоретичні результати дослідження апробовано на міжнародній науково-практичній конференції </a:t>
            </a:r>
            <a:r>
              <a:rPr lang="en-US" sz="1400" b="1" dirty="0"/>
              <a:t>Progressive approaches in science and engineering (Copenhagen, Denmark, 2025)</a:t>
            </a:r>
            <a:endParaRPr lang="uk-UA" sz="1400" b="1" dirty="0"/>
          </a:p>
        </p:txBody>
      </p:sp>
    </p:spTree>
    <p:extLst>
      <p:ext uri="{BB962C8B-B14F-4D97-AF65-F5344CB8AC3E}">
        <p14:creationId xmlns:p14="http://schemas.microsoft.com/office/powerpoint/2010/main" val="2468845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D81C9A3A-1F13-D105-4B62-700CBEA6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2F15390B-94D7-3E22-7089-752E4CA323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1692" y="-13298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Апробація</a:t>
            </a:r>
            <a:endParaRPr sz="3200" dirty="0"/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id="{A7E73977-1BED-CD99-C86D-2EE971D264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6" y="4670798"/>
            <a:ext cx="400148" cy="3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529332-3EE6-0BCD-E6AF-5528264C41E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20</a:t>
            </a:fld>
            <a:endParaRPr lang="uk-UA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06D38EE-F02E-4FCC-6208-EA9BCBBDDE4E}"/>
              </a:ext>
            </a:extLst>
          </p:cNvPr>
          <p:cNvSpPr txBox="1">
            <a:spLocks/>
          </p:cNvSpPr>
          <p:nvPr/>
        </p:nvSpPr>
        <p:spPr>
          <a:xfrm>
            <a:off x="541693" y="753771"/>
            <a:ext cx="2433391" cy="376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Open Sans"/>
              <a:buNone/>
            </a:pPr>
            <a:r>
              <a:rPr lang="uk-UA" sz="1400" dirty="0"/>
              <a:t>Практичні результати дослідження апробовано на </a:t>
            </a:r>
            <a:r>
              <a:rPr lang="ru-RU" sz="1400" dirty="0" err="1"/>
              <a:t>конференції</a:t>
            </a:r>
            <a:r>
              <a:rPr lang="ru-RU" sz="1400" dirty="0"/>
              <a:t> XXX </a:t>
            </a:r>
            <a:r>
              <a:rPr lang="ru-RU" sz="1400" dirty="0" err="1"/>
              <a:t>Міжнародного</a:t>
            </a:r>
            <a:r>
              <a:rPr lang="ru-RU" sz="1400" dirty="0"/>
              <a:t> </a:t>
            </a:r>
            <a:r>
              <a:rPr lang="ru-RU" sz="1400" dirty="0" err="1"/>
              <a:t>молодіжного</a:t>
            </a:r>
            <a:r>
              <a:rPr lang="ru-RU" sz="1400" dirty="0"/>
              <a:t> форуму «</a:t>
            </a:r>
            <a:r>
              <a:rPr lang="ru-RU" sz="1400" dirty="0" err="1"/>
              <a:t>Радіоелектроніка</a:t>
            </a:r>
            <a:r>
              <a:rPr lang="ru-RU" sz="1400" dirty="0"/>
              <a:t> та молодь у XXI </a:t>
            </a:r>
            <a:r>
              <a:rPr lang="ru-RU" sz="1400" dirty="0" err="1"/>
              <a:t>столітті</a:t>
            </a:r>
            <a:r>
              <a:rPr lang="ru-RU" sz="1400" dirty="0"/>
              <a:t>», </a:t>
            </a:r>
            <a:r>
              <a:rPr lang="ru-RU" sz="1400" dirty="0" err="1"/>
              <a:t>що</a:t>
            </a:r>
            <a:r>
              <a:rPr lang="ru-RU" sz="1400" dirty="0"/>
              <a:t> проходив 22-24 </a:t>
            </a:r>
            <a:r>
              <a:rPr lang="ru-RU" sz="1400" dirty="0" err="1"/>
              <a:t>квітня</a:t>
            </a:r>
            <a:r>
              <a:rPr lang="ru-RU" sz="1400" dirty="0"/>
              <a:t> 2026 року в </a:t>
            </a:r>
            <a:r>
              <a:rPr lang="ru-RU" sz="1400" dirty="0" err="1"/>
              <a:t>Харкові</a:t>
            </a:r>
            <a:endParaRPr lang="uk-UA" sz="14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2E1338-891B-76CC-64EA-41C385D2B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549" y="337885"/>
            <a:ext cx="3037490" cy="44677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B4092A-A8EE-7BCE-BD4A-08B011D33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2963" y="698314"/>
            <a:ext cx="2284707" cy="327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83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077469" y="2022285"/>
            <a:ext cx="2989061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Дякую за увагу</a:t>
            </a:r>
            <a:endParaRPr sz="32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21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 роб маг.potm" id="{A19877F2-EA89-480D-A21F-ED20B9F51EE0}" vid="{B9D95002-0B5D-4FEA-952B-414E687D2F6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</TotalTime>
  <Words>1624</Words>
  <Application>Microsoft Office PowerPoint</Application>
  <PresentationFormat>Экран (16:9)</PresentationFormat>
  <Paragraphs>314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Courier New</vt:lpstr>
      <vt:lpstr>Economica</vt:lpstr>
      <vt:lpstr>Open Sans</vt:lpstr>
      <vt:lpstr>Luxe</vt:lpstr>
      <vt:lpstr>Дослідження методів виявлення аномалій у логах програмного забезпечення з метою їх застосування у системах моніторингу</vt:lpstr>
      <vt:lpstr>Актуальність</vt:lpstr>
      <vt:lpstr>Огляд літератури (аналогів) </vt:lpstr>
      <vt:lpstr>Постановка задачі</vt:lpstr>
      <vt:lpstr>Методологія </vt:lpstr>
      <vt:lpstr>Теоретичне дослдідження. Лінійна адитивна згортка</vt:lpstr>
      <vt:lpstr>Теоретичне дослідження. Принцип Парето</vt:lpstr>
      <vt:lpstr>Теоретичне дослідження. Результати</vt:lpstr>
      <vt:lpstr>Експериментальне дослідження</vt:lpstr>
      <vt:lpstr>Експериментальне дослідження. Датасети</vt:lpstr>
      <vt:lpstr>Експериментальне дослідження. Тестовий стенд</vt:lpstr>
      <vt:lpstr>Експериментальне дослідження. Тестовий стенд</vt:lpstr>
      <vt:lpstr>Проведення експерименту</vt:lpstr>
      <vt:lpstr>Проведення експерименту. Вибір типу агрегації</vt:lpstr>
      <vt:lpstr>Результати експериментів</vt:lpstr>
      <vt:lpstr>Результати експериментів</vt:lpstr>
      <vt:lpstr>Висновки</vt:lpstr>
      <vt:lpstr>Подальші перспективи</vt:lpstr>
      <vt:lpstr>Апробація</vt:lpstr>
      <vt:lpstr>Апробація</vt:lpstr>
      <vt:lpstr>Дякую за увагу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</dc:title>
  <dc:creator>Ilona</dc:creator>
  <cp:lastModifiedBy>Євген Чубаров</cp:lastModifiedBy>
  <cp:revision>123</cp:revision>
  <dcterms:created xsi:type="dcterms:W3CDTF">2025-01-30T16:38:07Z</dcterms:created>
  <dcterms:modified xsi:type="dcterms:W3CDTF">2026-05-13T16:10:29Z</dcterms:modified>
</cp:coreProperties>
</file>